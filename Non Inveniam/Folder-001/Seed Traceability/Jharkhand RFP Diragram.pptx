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" roundtripDataSignature="AMtx7mjKEXfsFv432yfG/eqNor9sfudv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7150" y="932156"/>
            <a:ext cx="7039992" cy="4962618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36847" y="1334620"/>
            <a:ext cx="6445188" cy="4373721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00B05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003833" y="245609"/>
            <a:ext cx="1269507" cy="3551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245747" y="145160"/>
            <a:ext cx="1269507" cy="3551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928630" y="4214165"/>
            <a:ext cx="1440000" cy="144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515254" y="4756612"/>
            <a:ext cx="2191878" cy="3551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Interface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869106" y="624379"/>
            <a:ext cx="7532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967875" y="1026843"/>
            <a:ext cx="14923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TLS/SSL Protected</a:t>
            </a:r>
            <a:endParaRPr sz="1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"/>
          <p:cNvCxnSpPr>
            <a:stCxn id="93" idx="0"/>
            <a:endCxn id="86" idx="2"/>
          </p:cNvCxnSpPr>
          <p:nvPr/>
        </p:nvCxnSpPr>
        <p:spPr>
          <a:xfrm rot="10800000">
            <a:off x="5638730" y="600571"/>
            <a:ext cx="9900" cy="878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4" name="Google Shape;94;p1"/>
          <p:cNvCxnSpPr>
            <a:stCxn id="93" idx="3"/>
            <a:endCxn id="87" idx="2"/>
          </p:cNvCxnSpPr>
          <p:nvPr/>
        </p:nvCxnSpPr>
        <p:spPr>
          <a:xfrm flipH="1" rot="10800000">
            <a:off x="7016699" y="500327"/>
            <a:ext cx="863700" cy="21087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" name="Google Shape;95;p1"/>
          <p:cNvCxnSpPr>
            <a:stCxn id="89" idx="1"/>
            <a:endCxn id="88" idx="6"/>
          </p:cNvCxnSpPr>
          <p:nvPr/>
        </p:nvCxnSpPr>
        <p:spPr>
          <a:xfrm rot="10800000">
            <a:off x="6368754" y="4934165"/>
            <a:ext cx="214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6" name="Google Shape;96;p1"/>
          <p:cNvCxnSpPr>
            <a:stCxn id="93" idx="2"/>
            <a:endCxn id="88" idx="0"/>
          </p:cNvCxnSpPr>
          <p:nvPr/>
        </p:nvCxnSpPr>
        <p:spPr>
          <a:xfrm>
            <a:off x="5648630" y="3739084"/>
            <a:ext cx="0" cy="475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7" name="Google Shape;97;p1"/>
          <p:cNvGrpSpPr/>
          <p:nvPr/>
        </p:nvGrpSpPr>
        <p:grpSpPr>
          <a:xfrm>
            <a:off x="4280562" y="1478971"/>
            <a:ext cx="2736137" cy="2260113"/>
            <a:chOff x="8673483" y="932156"/>
            <a:chExt cx="2736137" cy="2260113"/>
          </a:xfrm>
        </p:grpSpPr>
        <p:sp>
          <p:nvSpPr>
            <p:cNvPr id="93" name="Google Shape;93;p1"/>
            <p:cNvSpPr/>
            <p:nvPr/>
          </p:nvSpPr>
          <p:spPr>
            <a:xfrm>
              <a:off x="8673483" y="932156"/>
              <a:ext cx="2736137" cy="226011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8872660" y="1051405"/>
              <a:ext cx="2315019" cy="360000"/>
            </a:xfrm>
            <a:prstGeom prst="rect">
              <a:avLst/>
            </a:prstGeom>
            <a:solidFill>
              <a:srgbClr val="FBE4D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Ubuntu OS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8884041" y="1494042"/>
              <a:ext cx="2315019" cy="360000"/>
            </a:xfrm>
            <a:prstGeom prst="rect">
              <a:avLst/>
            </a:prstGeom>
            <a:solidFill>
              <a:srgbClr val="FBE4D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REST Server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8884040" y="1925892"/>
              <a:ext cx="2315019" cy="360000"/>
            </a:xfrm>
            <a:prstGeom prst="rect">
              <a:avLst/>
            </a:prstGeom>
            <a:solidFill>
              <a:srgbClr val="FBE4D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GoLang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8872659" y="2368529"/>
              <a:ext cx="2315019" cy="360000"/>
            </a:xfrm>
            <a:prstGeom prst="rect">
              <a:avLst/>
            </a:prstGeom>
            <a:solidFill>
              <a:srgbClr val="FBE4D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NodeJs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"/>
          <p:cNvSpPr txBox="1"/>
          <p:nvPr/>
        </p:nvSpPr>
        <p:spPr>
          <a:xfrm>
            <a:off x="5012366" y="3351300"/>
            <a:ext cx="1272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Server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852256" y="1482573"/>
            <a:ext cx="2519886" cy="404080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088072" y="5061863"/>
            <a:ext cx="2048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Blockchain Network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61582" y="1684459"/>
            <a:ext cx="2315019" cy="360000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HyperLedger Fabric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61582" y="2215677"/>
            <a:ext cx="2315019" cy="360000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961581" y="2728364"/>
            <a:ext cx="2315019" cy="360000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Stakeholder organi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943165" y="3241051"/>
            <a:ext cx="2315019" cy="360000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Orderer Organi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"/>
          <p:cNvCxnSpPr>
            <a:stCxn id="93" idx="1"/>
          </p:cNvCxnSpPr>
          <p:nvPr/>
        </p:nvCxnSpPr>
        <p:spPr>
          <a:xfrm rot="10800000">
            <a:off x="3372162" y="2609027"/>
            <a:ext cx="908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10" name="Google Shape;110;p1"/>
          <p:cNvSpPr txBox="1"/>
          <p:nvPr/>
        </p:nvSpPr>
        <p:spPr>
          <a:xfrm>
            <a:off x="3284178" y="2375708"/>
            <a:ext cx="10412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Protected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"/>
          <p:cNvGrpSpPr/>
          <p:nvPr/>
        </p:nvGrpSpPr>
        <p:grpSpPr>
          <a:xfrm>
            <a:off x="319597" y="399495"/>
            <a:ext cx="4403324" cy="5592933"/>
            <a:chOff x="896645" y="42883"/>
            <a:chExt cx="4403324" cy="5896279"/>
          </a:xfrm>
        </p:grpSpPr>
        <p:sp>
          <p:nvSpPr>
            <p:cNvPr id="116" name="Google Shape;116;p2"/>
            <p:cNvSpPr/>
            <p:nvPr/>
          </p:nvSpPr>
          <p:spPr>
            <a:xfrm>
              <a:off x="896645" y="42883"/>
              <a:ext cx="4403324" cy="5896279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2404752" y="5393760"/>
              <a:ext cx="1387111" cy="38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Stakeholders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669526" y="591846"/>
            <a:ext cx="3577697" cy="4616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Directorate of Agriculture GoJ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688021" y="1299101"/>
            <a:ext cx="3577698" cy="4616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Empaneled seed supplier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88021" y="2006356"/>
            <a:ext cx="3577698" cy="4616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District agriculture officer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88020" y="2713611"/>
            <a:ext cx="3577699" cy="4616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88021" y="3420866"/>
            <a:ext cx="3577700" cy="4616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Seed testing laboratory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88020" y="4128119"/>
            <a:ext cx="3577701" cy="6140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Distribution points – LAMPS/PACS/Block/Panchayat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5217112" y="591846"/>
            <a:ext cx="3577697" cy="461639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for GoJ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5217111" y="1299101"/>
            <a:ext cx="3577698" cy="461639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for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EAs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217111" y="2006356"/>
            <a:ext cx="3577698" cy="461639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for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DAO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5217111" y="2713611"/>
            <a:ext cx="3577699" cy="461639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for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arehouse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5217111" y="3420866"/>
            <a:ext cx="3577700" cy="461639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for Seed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esting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5217111" y="4128119"/>
            <a:ext cx="3577700" cy="614037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for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istribut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ion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oints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88020" y="4977410"/>
            <a:ext cx="3577700" cy="4616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Farmers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5217111" y="4977410"/>
            <a:ext cx="3577700" cy="461639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for Farm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2"/>
          <p:cNvCxnSpPr>
            <a:stCxn id="118" idx="3"/>
            <a:endCxn id="124" idx="1"/>
          </p:cNvCxnSpPr>
          <p:nvPr/>
        </p:nvCxnSpPr>
        <p:spPr>
          <a:xfrm>
            <a:off x="4247223" y="822666"/>
            <a:ext cx="969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3" name="Google Shape;133;p2"/>
          <p:cNvCxnSpPr/>
          <p:nvPr/>
        </p:nvCxnSpPr>
        <p:spPr>
          <a:xfrm>
            <a:off x="4265717" y="1519564"/>
            <a:ext cx="95139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4" name="Google Shape;134;p2"/>
          <p:cNvCxnSpPr/>
          <p:nvPr/>
        </p:nvCxnSpPr>
        <p:spPr>
          <a:xfrm>
            <a:off x="4276075" y="2237175"/>
            <a:ext cx="95139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5" name="Google Shape;135;p2"/>
          <p:cNvCxnSpPr/>
          <p:nvPr/>
        </p:nvCxnSpPr>
        <p:spPr>
          <a:xfrm>
            <a:off x="4265716" y="2944430"/>
            <a:ext cx="95139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6" name="Google Shape;136;p2"/>
          <p:cNvCxnSpPr/>
          <p:nvPr/>
        </p:nvCxnSpPr>
        <p:spPr>
          <a:xfrm>
            <a:off x="4247223" y="3651685"/>
            <a:ext cx="95139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7" name="Google Shape;137;p2"/>
          <p:cNvCxnSpPr/>
          <p:nvPr/>
        </p:nvCxnSpPr>
        <p:spPr>
          <a:xfrm>
            <a:off x="4276075" y="4430702"/>
            <a:ext cx="95139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8" name="Google Shape;138;p2"/>
          <p:cNvCxnSpPr/>
          <p:nvPr/>
        </p:nvCxnSpPr>
        <p:spPr>
          <a:xfrm>
            <a:off x="4276075" y="5208229"/>
            <a:ext cx="95139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9" name="Google Shape;139;p2"/>
          <p:cNvSpPr/>
          <p:nvPr/>
        </p:nvSpPr>
        <p:spPr>
          <a:xfrm>
            <a:off x="9803904" y="2123245"/>
            <a:ext cx="1482572" cy="164236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2"/>
          <p:cNvCxnSpPr>
            <a:stCxn id="124" idx="3"/>
            <a:endCxn id="139" idx="0"/>
          </p:cNvCxnSpPr>
          <p:nvPr/>
        </p:nvCxnSpPr>
        <p:spPr>
          <a:xfrm>
            <a:off x="8794809" y="822666"/>
            <a:ext cx="1750500" cy="1300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2"/>
          <p:cNvCxnSpPr>
            <a:stCxn id="125" idx="3"/>
            <a:endCxn id="139" idx="1"/>
          </p:cNvCxnSpPr>
          <p:nvPr/>
        </p:nvCxnSpPr>
        <p:spPr>
          <a:xfrm>
            <a:off x="8794809" y="1529920"/>
            <a:ext cx="1226100" cy="83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" name="Google Shape;142;p2"/>
          <p:cNvCxnSpPr>
            <a:stCxn id="126" idx="3"/>
            <a:endCxn id="139" idx="2"/>
          </p:cNvCxnSpPr>
          <p:nvPr/>
        </p:nvCxnSpPr>
        <p:spPr>
          <a:xfrm>
            <a:off x="8794809" y="2237176"/>
            <a:ext cx="1009200" cy="70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2"/>
          <p:cNvCxnSpPr>
            <a:stCxn id="127" idx="3"/>
            <a:endCxn id="139" idx="2"/>
          </p:cNvCxnSpPr>
          <p:nvPr/>
        </p:nvCxnSpPr>
        <p:spPr>
          <a:xfrm>
            <a:off x="8794810" y="2944430"/>
            <a:ext cx="1009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2"/>
          <p:cNvCxnSpPr>
            <a:stCxn id="128" idx="3"/>
            <a:endCxn id="139" idx="2"/>
          </p:cNvCxnSpPr>
          <p:nvPr/>
        </p:nvCxnSpPr>
        <p:spPr>
          <a:xfrm flipH="1" rot="10800000">
            <a:off x="8794811" y="2944286"/>
            <a:ext cx="1009200" cy="70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2"/>
          <p:cNvCxnSpPr>
            <a:stCxn id="129" idx="3"/>
            <a:endCxn id="139" idx="3"/>
          </p:cNvCxnSpPr>
          <p:nvPr/>
        </p:nvCxnSpPr>
        <p:spPr>
          <a:xfrm flipH="1" rot="10800000">
            <a:off x="8794811" y="3525238"/>
            <a:ext cx="1226100" cy="90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" name="Google Shape;146;p2"/>
          <p:cNvCxnSpPr>
            <a:stCxn id="131" idx="3"/>
            <a:endCxn id="139" idx="4"/>
          </p:cNvCxnSpPr>
          <p:nvPr/>
        </p:nvCxnSpPr>
        <p:spPr>
          <a:xfrm flipH="1" rot="10800000">
            <a:off x="8794811" y="3765530"/>
            <a:ext cx="1750500" cy="1442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2"/>
          <p:cNvSpPr/>
          <p:nvPr/>
        </p:nvSpPr>
        <p:spPr>
          <a:xfrm>
            <a:off x="10962442" y="4199138"/>
            <a:ext cx="1083075" cy="10090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Interface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"/>
          <p:cNvCxnSpPr>
            <a:stCxn id="139" idx="6"/>
            <a:endCxn id="147" idx="0"/>
          </p:cNvCxnSpPr>
          <p:nvPr/>
        </p:nvCxnSpPr>
        <p:spPr>
          <a:xfrm>
            <a:off x="11286476" y="2944429"/>
            <a:ext cx="217500" cy="1254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/>
          <p:nvPr/>
        </p:nvSpPr>
        <p:spPr>
          <a:xfrm>
            <a:off x="4887548" y="0"/>
            <a:ext cx="1440000" cy="144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Empaneled seed supplier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1777011" y="408074"/>
            <a:ext cx="1440000" cy="144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Directorate of Agriculture GoJ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8092782" y="408074"/>
            <a:ext cx="1440000" cy="144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District agriculture officer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1777011" y="4256345"/>
            <a:ext cx="1440000" cy="144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Distribution points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8092782" y="4287621"/>
            <a:ext cx="1440000" cy="144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Farmers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4934897" y="5239102"/>
            <a:ext cx="1440000" cy="144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Seed testing laboratory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9760980" y="2373588"/>
            <a:ext cx="1440000" cy="144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707548" y="2422406"/>
            <a:ext cx="1800000" cy="1800000"/>
          </a:xfrm>
          <a:prstGeom prst="ellipse">
            <a:avLst/>
          </a:prstGeom>
          <a:solidFill>
            <a:srgbClr val="FEE599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Orderer Org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108814" y="2373588"/>
            <a:ext cx="1440000" cy="1440000"/>
          </a:xfrm>
          <a:prstGeom prst="ellipse">
            <a:avLst/>
          </a:prstGeom>
          <a:solidFill>
            <a:srgbClr val="F7CAA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Org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3"/>
          <p:cNvCxnSpPr>
            <a:stCxn id="154" idx="6"/>
            <a:endCxn id="153" idx="2"/>
          </p:cNvCxnSpPr>
          <p:nvPr/>
        </p:nvCxnSpPr>
        <p:spPr>
          <a:xfrm flipH="1" rot="10800000">
            <a:off x="3217011" y="720074"/>
            <a:ext cx="1670400" cy="4080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3"/>
          <p:cNvCxnSpPr>
            <a:stCxn id="153" idx="6"/>
            <a:endCxn id="155" idx="2"/>
          </p:cNvCxnSpPr>
          <p:nvPr/>
        </p:nvCxnSpPr>
        <p:spPr>
          <a:xfrm>
            <a:off x="6327548" y="720000"/>
            <a:ext cx="1765200" cy="4080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" name="Google Shape;164;p3"/>
          <p:cNvCxnSpPr>
            <a:stCxn id="155" idx="5"/>
            <a:endCxn id="159" idx="1"/>
          </p:cNvCxnSpPr>
          <p:nvPr/>
        </p:nvCxnSpPr>
        <p:spPr>
          <a:xfrm>
            <a:off x="9321899" y="1637191"/>
            <a:ext cx="650100" cy="9474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3"/>
          <p:cNvCxnSpPr>
            <a:stCxn id="154" idx="3"/>
            <a:endCxn id="161" idx="7"/>
          </p:cNvCxnSpPr>
          <p:nvPr/>
        </p:nvCxnSpPr>
        <p:spPr>
          <a:xfrm flipH="1">
            <a:off x="1337794" y="1637191"/>
            <a:ext cx="650100" cy="9474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3"/>
          <p:cNvCxnSpPr>
            <a:stCxn id="159" idx="3"/>
            <a:endCxn id="157" idx="7"/>
          </p:cNvCxnSpPr>
          <p:nvPr/>
        </p:nvCxnSpPr>
        <p:spPr>
          <a:xfrm flipH="1">
            <a:off x="9321763" y="3602705"/>
            <a:ext cx="650100" cy="8958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" name="Google Shape;167;p3"/>
          <p:cNvCxnSpPr>
            <a:stCxn id="157" idx="3"/>
            <a:endCxn id="158" idx="6"/>
          </p:cNvCxnSpPr>
          <p:nvPr/>
        </p:nvCxnSpPr>
        <p:spPr>
          <a:xfrm flipH="1">
            <a:off x="6374965" y="5516738"/>
            <a:ext cx="1928700" cy="4425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8" name="Google Shape;168;p3"/>
          <p:cNvCxnSpPr>
            <a:stCxn id="158" idx="2"/>
            <a:endCxn id="156" idx="5"/>
          </p:cNvCxnSpPr>
          <p:nvPr/>
        </p:nvCxnSpPr>
        <p:spPr>
          <a:xfrm rot="10800000">
            <a:off x="3006197" y="5485402"/>
            <a:ext cx="1928700" cy="4737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" name="Google Shape;169;p3"/>
          <p:cNvCxnSpPr>
            <a:stCxn id="156" idx="1"/>
            <a:endCxn id="161" idx="5"/>
          </p:cNvCxnSpPr>
          <p:nvPr/>
        </p:nvCxnSpPr>
        <p:spPr>
          <a:xfrm rot="10800000">
            <a:off x="1337794" y="3602628"/>
            <a:ext cx="650100" cy="8646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" name="Google Shape;170;p3"/>
          <p:cNvCxnSpPr>
            <a:stCxn id="156" idx="7"/>
            <a:endCxn id="160" idx="3"/>
          </p:cNvCxnSpPr>
          <p:nvPr/>
        </p:nvCxnSpPr>
        <p:spPr>
          <a:xfrm flipH="1" rot="10800000">
            <a:off x="3006128" y="3958728"/>
            <a:ext cx="1965000" cy="508500"/>
          </a:xfrm>
          <a:prstGeom prst="straightConnector1">
            <a:avLst/>
          </a:prstGeom>
          <a:noFill/>
          <a:ln cap="flat" cmpd="sng" w="5715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1" name="Google Shape;171;p3"/>
          <p:cNvCxnSpPr>
            <a:stCxn id="158" idx="0"/>
            <a:endCxn id="160" idx="4"/>
          </p:cNvCxnSpPr>
          <p:nvPr/>
        </p:nvCxnSpPr>
        <p:spPr>
          <a:xfrm rot="10800000">
            <a:off x="5607497" y="4222402"/>
            <a:ext cx="47400" cy="1016700"/>
          </a:xfrm>
          <a:prstGeom prst="straightConnector1">
            <a:avLst/>
          </a:prstGeom>
          <a:noFill/>
          <a:ln cap="flat" cmpd="sng" w="5715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3"/>
          <p:cNvCxnSpPr>
            <a:stCxn id="157" idx="1"/>
            <a:endCxn id="160" idx="5"/>
          </p:cNvCxnSpPr>
          <p:nvPr/>
        </p:nvCxnSpPr>
        <p:spPr>
          <a:xfrm rot="10800000">
            <a:off x="6243865" y="3958804"/>
            <a:ext cx="2059800" cy="539700"/>
          </a:xfrm>
          <a:prstGeom prst="straightConnector1">
            <a:avLst/>
          </a:prstGeom>
          <a:noFill/>
          <a:ln cap="flat" cmpd="sng" w="5715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3"/>
          <p:cNvCxnSpPr>
            <a:stCxn id="159" idx="2"/>
            <a:endCxn id="160" idx="6"/>
          </p:cNvCxnSpPr>
          <p:nvPr/>
        </p:nvCxnSpPr>
        <p:spPr>
          <a:xfrm flipH="1">
            <a:off x="6507480" y="3093588"/>
            <a:ext cx="3253500" cy="228900"/>
          </a:xfrm>
          <a:prstGeom prst="straightConnector1">
            <a:avLst/>
          </a:prstGeom>
          <a:noFill/>
          <a:ln cap="flat" cmpd="sng" w="5715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" name="Google Shape;174;p3"/>
          <p:cNvCxnSpPr>
            <a:stCxn id="153" idx="4"/>
            <a:endCxn id="160" idx="0"/>
          </p:cNvCxnSpPr>
          <p:nvPr/>
        </p:nvCxnSpPr>
        <p:spPr>
          <a:xfrm>
            <a:off x="5607548" y="1440000"/>
            <a:ext cx="0" cy="982500"/>
          </a:xfrm>
          <a:prstGeom prst="straightConnector1">
            <a:avLst/>
          </a:prstGeom>
          <a:noFill/>
          <a:ln cap="flat" cmpd="sng" w="5715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5" name="Google Shape;175;p3"/>
          <p:cNvCxnSpPr>
            <a:stCxn id="155" idx="3"/>
            <a:endCxn id="160" idx="7"/>
          </p:cNvCxnSpPr>
          <p:nvPr/>
        </p:nvCxnSpPr>
        <p:spPr>
          <a:xfrm flipH="1">
            <a:off x="6243865" y="1637191"/>
            <a:ext cx="2059800" cy="1048800"/>
          </a:xfrm>
          <a:prstGeom prst="straightConnector1">
            <a:avLst/>
          </a:prstGeom>
          <a:noFill/>
          <a:ln cap="flat" cmpd="sng" w="5715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6" name="Google Shape;176;p3"/>
          <p:cNvCxnSpPr>
            <a:stCxn id="154" idx="5"/>
            <a:endCxn id="160" idx="1"/>
          </p:cNvCxnSpPr>
          <p:nvPr/>
        </p:nvCxnSpPr>
        <p:spPr>
          <a:xfrm>
            <a:off x="3006128" y="1637191"/>
            <a:ext cx="1965000" cy="1048800"/>
          </a:xfrm>
          <a:prstGeom prst="straightConnector1">
            <a:avLst/>
          </a:prstGeom>
          <a:noFill/>
          <a:ln cap="flat" cmpd="sng" w="5715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3"/>
          <p:cNvCxnSpPr>
            <a:stCxn id="161" idx="6"/>
            <a:endCxn id="160" idx="2"/>
          </p:cNvCxnSpPr>
          <p:nvPr/>
        </p:nvCxnSpPr>
        <p:spPr>
          <a:xfrm>
            <a:off x="1548814" y="3093588"/>
            <a:ext cx="3158700" cy="228900"/>
          </a:xfrm>
          <a:prstGeom prst="straightConnector1">
            <a:avLst/>
          </a:prstGeom>
          <a:noFill/>
          <a:ln cap="flat" cmpd="sng" w="5715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3"/>
          <p:cNvSpPr txBox="1"/>
          <p:nvPr/>
        </p:nvSpPr>
        <p:spPr>
          <a:xfrm>
            <a:off x="9445841" y="6412537"/>
            <a:ext cx="26208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Consortium for consensus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9445841" y="5997843"/>
            <a:ext cx="2048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Blockchain Network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2021-08-30T07:39:42Z</dcterms:created>
  <dc:creator>MD Jamil</dc:creator>
</cp:coreProperties>
</file>