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4"/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12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gAubg2eermq81QdBe4GnREmzwMJ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12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customschemas.google.com/relationships/presentationmetadata" Target="meta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Change logo</a:t>
            </a:r>
            <a:endParaRPr/>
          </a:p>
        </p:txBody>
      </p:sp>
      <p:sp>
        <p:nvSpPr>
          <p:cNvPr id="146" name="Google Shape;14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7" name="Google Shape;16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5" name="Google Shape;1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4" name="Google Shape;18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4" name="Google Shape;20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6" name="Google Shape;22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7" name="Google Shape;237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4" name="Google Shape;25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1" name="Google Shape;271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8" name="Google Shape;288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5" name="Google Shape;30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1" name="Google Shape;321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7" name="Google Shape;337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53" name="Google Shape;353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9" name="Google Shape;369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8" name="Google Shape;38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8" name="Google Shape;408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27" name="Google Shape;427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47" name="Google Shape;447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1" name="Google Shape;21;p24"/>
          <p:cNvSpPr txBox="1"/>
          <p:nvPr>
            <p:ph idx="10" type="dt"/>
          </p:nvPr>
        </p:nvSpPr>
        <p:spPr>
          <a:xfrm>
            <a:off x="838200" y="6485514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4"/>
          <p:cNvSpPr txBox="1"/>
          <p:nvPr>
            <p:ph idx="12" type="sldNum"/>
          </p:nvPr>
        </p:nvSpPr>
        <p:spPr>
          <a:xfrm>
            <a:off x="8610600" y="64928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7"/>
          <p:cNvSpPr txBox="1"/>
          <p:nvPr>
            <p:ph type="title"/>
          </p:nvPr>
        </p:nvSpPr>
        <p:spPr>
          <a:xfrm>
            <a:off x="838200" y="15413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" type="body"/>
          </p:nvPr>
        </p:nvSpPr>
        <p:spPr>
          <a:xfrm>
            <a:off x="876297" y="16639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7" name="Google Shape;27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9"/>
          <p:cNvSpPr txBox="1"/>
          <p:nvPr>
            <p:ph type="title"/>
          </p:nvPr>
        </p:nvSpPr>
        <p:spPr>
          <a:xfrm>
            <a:off x="838200" y="15413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2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4" name="Google Shape;34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0"/>
          <p:cNvSpPr txBox="1"/>
          <p:nvPr>
            <p:ph type="title"/>
          </p:nvPr>
        </p:nvSpPr>
        <p:spPr>
          <a:xfrm>
            <a:off x="295511" y="274547"/>
            <a:ext cx="10517632" cy="52872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64796"/>
              </a:buClr>
              <a:buSzPts val="2800"/>
              <a:buFont typeface="Calibri"/>
              <a:buNone/>
              <a:defRPr b="1" sz="2800">
                <a:solidFill>
                  <a:srgbClr val="26479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31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31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2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32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32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32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" name="Google Shape;53;p32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" name="Google Shape;58;p33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35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5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6" name="Google Shape;66;p35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7" name="Google Shape;67;p3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3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3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3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6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36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4" name="Google Shape;74;p3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3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6"/>
          <p:cNvSpPr txBox="1"/>
          <p:nvPr>
            <p:ph idx="1" type="body"/>
          </p:nvPr>
        </p:nvSpPr>
        <p:spPr>
          <a:xfrm>
            <a:off x="838200" y="16734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8" name="Google Shape;88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1" name="Google Shape;91;p26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>
  <p:cSld name="Two Content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8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8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5" name="Google Shape;9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" name="Google Shape;98;p28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3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02" name="Google Shape;102;p3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7" name="Google Shape;107;p3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08" name="Google Shape;108;p3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3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9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3" name="Google Shape;113;p39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4" name="Google Shape;114;p39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115" name="Google Shape;115;p39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3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3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9" name="Google Shape;119;p39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2" name="Google Shape;122;p4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4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" name="Google Shape;124;p40"/>
          <p:cNvSpPr txBox="1"/>
          <p:nvPr>
            <p:ph type="title"/>
          </p:nvPr>
        </p:nvSpPr>
        <p:spPr>
          <a:xfrm>
            <a:off x="838200" y="60326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7" name="Google Shape;127;p4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8" name="Google Shape;128;p4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4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32" name="Google Shape;132;p4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33" name="Google Shape;133;p4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4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4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4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4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140" name="Google Shape;140;p4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4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4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3"/>
          <p:cNvSpPr txBox="1"/>
          <p:nvPr>
            <p:ph type="title"/>
          </p:nvPr>
        </p:nvSpPr>
        <p:spPr>
          <a:xfrm>
            <a:off x="838200" y="15413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0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3"/>
          <p:cNvSpPr txBox="1"/>
          <p:nvPr>
            <p:ph idx="1" type="body"/>
          </p:nvPr>
        </p:nvSpPr>
        <p:spPr>
          <a:xfrm>
            <a:off x="876297" y="1663954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3"/>
          <p:cNvSpPr/>
          <p:nvPr/>
        </p:nvSpPr>
        <p:spPr>
          <a:xfrm>
            <a:off x="0" y="6423517"/>
            <a:ext cx="6134098" cy="434483"/>
          </a:xfrm>
          <a:prstGeom prst="rect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23"/>
          <p:cNvSpPr/>
          <p:nvPr/>
        </p:nvSpPr>
        <p:spPr>
          <a:xfrm>
            <a:off x="6134097" y="6423517"/>
            <a:ext cx="6057903" cy="434483"/>
          </a:xfrm>
          <a:prstGeom prst="rect">
            <a:avLst/>
          </a:prstGeom>
          <a:solidFill>
            <a:srgbClr val="F6821C">
              <a:alpha val="3725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23"/>
          <p:cNvSpPr/>
          <p:nvPr/>
        </p:nvSpPr>
        <p:spPr>
          <a:xfrm>
            <a:off x="156247" y="-2912"/>
            <a:ext cx="471837" cy="855319"/>
          </a:xfrm>
          <a:prstGeom prst="flowChartOffpageConnector">
            <a:avLst/>
          </a:prstGeom>
          <a:solidFill>
            <a:srgbClr val="213D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23"/>
          <p:cNvSpPr txBox="1"/>
          <p:nvPr>
            <p:ph idx="10" type="dt"/>
          </p:nvPr>
        </p:nvSpPr>
        <p:spPr>
          <a:xfrm>
            <a:off x="8382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3"/>
          <p:cNvSpPr txBox="1"/>
          <p:nvPr>
            <p:ph idx="11" type="ftr"/>
          </p:nvPr>
        </p:nvSpPr>
        <p:spPr>
          <a:xfrm>
            <a:off x="4038600" y="64611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3"/>
          <p:cNvSpPr txBox="1"/>
          <p:nvPr>
            <p:ph idx="12" type="sldNum"/>
          </p:nvPr>
        </p:nvSpPr>
        <p:spPr>
          <a:xfrm>
            <a:off x="86106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5"/>
          <p:cNvSpPr txBox="1"/>
          <p:nvPr>
            <p:ph idx="1" type="body"/>
          </p:nvPr>
        </p:nvSpPr>
        <p:spPr>
          <a:xfrm>
            <a:off x="838200" y="16734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25"/>
          <p:cNvSpPr/>
          <p:nvPr/>
        </p:nvSpPr>
        <p:spPr>
          <a:xfrm>
            <a:off x="0" y="6423517"/>
            <a:ext cx="6134098" cy="434483"/>
          </a:xfrm>
          <a:prstGeom prst="rect">
            <a:avLst/>
          </a:prstGeom>
          <a:solidFill>
            <a:srgbClr val="26479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25"/>
          <p:cNvSpPr/>
          <p:nvPr/>
        </p:nvSpPr>
        <p:spPr>
          <a:xfrm>
            <a:off x="6134097" y="6423517"/>
            <a:ext cx="6057903" cy="434483"/>
          </a:xfrm>
          <a:prstGeom prst="rect">
            <a:avLst/>
          </a:prstGeom>
          <a:solidFill>
            <a:srgbClr val="264796">
              <a:alpha val="3725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25"/>
          <p:cNvSpPr/>
          <p:nvPr/>
        </p:nvSpPr>
        <p:spPr>
          <a:xfrm>
            <a:off x="156247" y="-2912"/>
            <a:ext cx="471837" cy="85531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25"/>
          <p:cNvSpPr txBox="1"/>
          <p:nvPr>
            <p:ph idx="10" type="dt"/>
          </p:nvPr>
        </p:nvSpPr>
        <p:spPr>
          <a:xfrm>
            <a:off x="8382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25"/>
          <p:cNvSpPr txBox="1"/>
          <p:nvPr>
            <p:ph idx="11" type="ftr"/>
          </p:nvPr>
        </p:nvSpPr>
        <p:spPr>
          <a:xfrm>
            <a:off x="4038600" y="646112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4" name="Google Shape;84;p25"/>
          <p:cNvSpPr txBox="1"/>
          <p:nvPr>
            <p:ph idx="12" type="sldNum"/>
          </p:nvPr>
        </p:nvSpPr>
        <p:spPr>
          <a:xfrm>
            <a:off x="8610600" y="646112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  <a:defRPr b="1" i="0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5" name="Google Shape;85;p25"/>
          <p:cNvSpPr txBox="1"/>
          <p:nvPr>
            <p:ph type="title"/>
          </p:nvPr>
        </p:nvSpPr>
        <p:spPr>
          <a:xfrm>
            <a:off x="838200" y="139703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  <a:defRPr b="1" i="0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amless pattern of isometric pentagons and network hub icons" id="148" name="Google Shape;14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24574" y="0"/>
            <a:ext cx="6097637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"/>
          <p:cNvPicPr preferRelativeResize="0"/>
          <p:nvPr/>
        </p:nvPicPr>
        <p:blipFill rotWithShape="1">
          <a:blip r:embed="rId4">
            <a:alphaModFix/>
          </a:blip>
          <a:srcRect b="0" l="18556" r="18556" t="0"/>
          <a:stretch/>
        </p:blipFill>
        <p:spPr>
          <a:xfrm>
            <a:off x="485866" y="1123950"/>
            <a:ext cx="1344840" cy="1180438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1"/>
          <p:cNvSpPr txBox="1"/>
          <p:nvPr/>
        </p:nvSpPr>
        <p:spPr>
          <a:xfrm>
            <a:off x="737190" y="3428207"/>
            <a:ext cx="4699590" cy="1181362"/>
          </a:xfrm>
          <a:prstGeom prst="rect">
            <a:avLst/>
          </a:prstGeom>
          <a:noFill/>
          <a:ln>
            <a:noFill/>
          </a:ln>
        </p:spPr>
        <p:txBody>
          <a:bodyPr anchorCtr="0" anchor="t" bIns="22850" lIns="0" spcFirstLastPara="1" rIns="0" wrap="square" tIns="2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46464"/>
              </a:buClr>
              <a:buSzPts val="1400"/>
              <a:buFont typeface="Calibri"/>
              <a:buNone/>
            </a:pPr>
            <a:r>
              <a:rPr b="0" i="0" lang="en-US" sz="2800" u="none" cap="none" strike="noStrike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Subheading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"/>
          <p:cNvSpPr txBox="1"/>
          <p:nvPr/>
        </p:nvSpPr>
        <p:spPr>
          <a:xfrm>
            <a:off x="564229" y="2531148"/>
            <a:ext cx="6097638" cy="897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3D83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213D83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"/>
          <p:cNvSpPr/>
          <p:nvPr/>
        </p:nvSpPr>
        <p:spPr>
          <a:xfrm>
            <a:off x="5601163" y="1197819"/>
            <a:ext cx="1060704" cy="914400"/>
          </a:xfrm>
          <a:prstGeom prst="triangle">
            <a:avLst>
              <a:gd fmla="val 50000" name="adj"/>
            </a:avLst>
          </a:prstGeom>
          <a:solidFill>
            <a:srgbClr val="213D8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"/>
          <p:cNvSpPr/>
          <p:nvPr/>
        </p:nvSpPr>
        <p:spPr>
          <a:xfrm rot="10800000">
            <a:off x="5436780" y="0"/>
            <a:ext cx="1389470" cy="1197818"/>
          </a:xfrm>
          <a:prstGeom prst="triangle">
            <a:avLst>
              <a:gd fmla="val 50000" name="adj"/>
            </a:avLst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"/>
          <p:cNvSpPr/>
          <p:nvPr/>
        </p:nvSpPr>
        <p:spPr>
          <a:xfrm rot="-5400000">
            <a:off x="-1994445" y="3431575"/>
            <a:ext cx="4729313" cy="43908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F6821C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"/>
          <p:cNvSpPr/>
          <p:nvPr/>
        </p:nvSpPr>
        <p:spPr>
          <a:xfrm rot="-5400000">
            <a:off x="-632633" y="3431576"/>
            <a:ext cx="2005691" cy="43908"/>
          </a:xfrm>
          <a:custGeom>
            <a:rect b="b" l="l" r="r" t="t"/>
            <a:pathLst>
              <a:path extrusionOk="0" h="88900" w="11557000">
                <a:moveTo>
                  <a:pt x="11557000" y="0"/>
                </a:moveTo>
                <a:lnTo>
                  <a:pt x="0" y="0"/>
                </a:lnTo>
                <a:lnTo>
                  <a:pt x="0" y="88900"/>
                </a:lnTo>
                <a:lnTo>
                  <a:pt x="11557000" y="88900"/>
                </a:lnTo>
                <a:lnTo>
                  <a:pt x="11557000" y="0"/>
                </a:lnTo>
                <a:close/>
              </a:path>
            </a:pathLst>
          </a:custGeom>
          <a:solidFill>
            <a:srgbClr val="213D83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t/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"/>
          <p:cNvSpPr/>
          <p:nvPr/>
        </p:nvSpPr>
        <p:spPr>
          <a:xfrm>
            <a:off x="6124575" y="6423517"/>
            <a:ext cx="6097636" cy="434483"/>
          </a:xfrm>
          <a:prstGeom prst="rect">
            <a:avLst/>
          </a:prstGeom>
          <a:solidFill>
            <a:srgbClr val="F6821C">
              <a:alpha val="37254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"/>
          <p:cNvSpPr txBox="1"/>
          <p:nvPr>
            <p:ph idx="1" type="body"/>
          </p:nvPr>
        </p:nvSpPr>
        <p:spPr>
          <a:xfrm>
            <a:off x="838200" y="1673433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62" name="Google Shape;162;p2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63" name="Google Shape;163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4" name="Google Shape;16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"/>
          <p:cNvSpPr txBox="1"/>
          <p:nvPr>
            <p:ph type="title"/>
          </p:nvPr>
        </p:nvSpPr>
        <p:spPr>
          <a:xfrm>
            <a:off x="838200" y="21044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70" name="Google Shape;170;p3"/>
          <p:cNvSpPr txBox="1"/>
          <p:nvPr>
            <p:ph idx="1" type="body"/>
          </p:nvPr>
        </p:nvSpPr>
        <p:spPr>
          <a:xfrm>
            <a:off x="876297" y="1588957"/>
            <a:ext cx="10515600" cy="44263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1" name="Google Shape;171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" name="Google Shape;172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4"/>
          <p:cNvSpPr txBox="1"/>
          <p:nvPr>
            <p:ph idx="1" type="body"/>
          </p:nvPr>
        </p:nvSpPr>
        <p:spPr>
          <a:xfrm>
            <a:off x="838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8" name="Google Shape;178;p4"/>
          <p:cNvSpPr txBox="1"/>
          <p:nvPr>
            <p:ph idx="2" type="body"/>
          </p:nvPr>
        </p:nvSpPr>
        <p:spPr>
          <a:xfrm>
            <a:off x="6172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79" name="Google Shape;179;p4"/>
          <p:cNvSpPr txBox="1"/>
          <p:nvPr>
            <p:ph type="title"/>
          </p:nvPr>
        </p:nvSpPr>
        <p:spPr>
          <a:xfrm>
            <a:off x="838200" y="19698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80" name="Google Shape;180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81" name="Google Shape;181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5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87" name="Google Shape;187;p5"/>
          <p:cNvSpPr txBox="1"/>
          <p:nvPr>
            <p:ph idx="1" type="body"/>
          </p:nvPr>
        </p:nvSpPr>
        <p:spPr>
          <a:xfrm>
            <a:off x="838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8" name="Google Shape;188;p5"/>
          <p:cNvSpPr txBox="1"/>
          <p:nvPr>
            <p:ph idx="2" type="body"/>
          </p:nvPr>
        </p:nvSpPr>
        <p:spPr>
          <a:xfrm>
            <a:off x="6172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89" name="Google Shape;189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0" name="Google Shape;190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6"/>
          <p:cNvSpPr txBox="1"/>
          <p:nvPr>
            <p:ph idx="2" type="body"/>
          </p:nvPr>
        </p:nvSpPr>
        <p:spPr>
          <a:xfrm>
            <a:off x="6172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 image here</a:t>
            </a:r>
            <a:endParaRPr/>
          </a:p>
        </p:txBody>
      </p:sp>
      <p:sp>
        <p:nvSpPr>
          <p:cNvPr id="196" name="Google Shape;196;p6"/>
          <p:cNvSpPr txBox="1"/>
          <p:nvPr>
            <p:ph type="title"/>
          </p:nvPr>
        </p:nvSpPr>
        <p:spPr>
          <a:xfrm>
            <a:off x="838200" y="19698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197" name="Google Shape;19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8" name="Google Shape;198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6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07" name="Google Shape;207;p7"/>
          <p:cNvSpPr txBox="1"/>
          <p:nvPr>
            <p:ph idx="2" type="body"/>
          </p:nvPr>
        </p:nvSpPr>
        <p:spPr>
          <a:xfrm>
            <a:off x="6172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8" name="Google Shape;208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09" name="Google Shape;209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10" name="Google Shape;210;p7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7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8"/>
          <p:cNvSpPr txBox="1"/>
          <p:nvPr>
            <p:ph idx="2" type="body"/>
          </p:nvPr>
        </p:nvSpPr>
        <p:spPr>
          <a:xfrm>
            <a:off x="6172200" y="1229193"/>
            <a:ext cx="5181600" cy="4947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Add image here</a:t>
            </a:r>
            <a:endParaRPr/>
          </a:p>
        </p:txBody>
      </p:sp>
      <p:sp>
        <p:nvSpPr>
          <p:cNvPr id="218" name="Google Shape;218;p8"/>
          <p:cNvSpPr txBox="1"/>
          <p:nvPr>
            <p:ph type="title"/>
          </p:nvPr>
        </p:nvSpPr>
        <p:spPr>
          <a:xfrm>
            <a:off x="838200" y="19698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19" name="Google Shape;21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0" name="Google Shape;220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21" name="Google Shape;221;p8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8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8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"/>
          <p:cNvSpPr txBox="1"/>
          <p:nvPr>
            <p:ph type="title"/>
          </p:nvPr>
        </p:nvSpPr>
        <p:spPr>
          <a:xfrm>
            <a:off x="838200" y="136525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29" name="Google Shape;229;p9"/>
          <p:cNvSpPr txBox="1"/>
          <p:nvPr>
            <p:ph idx="2" type="body"/>
          </p:nvPr>
        </p:nvSpPr>
        <p:spPr>
          <a:xfrm>
            <a:off x="6172200" y="1304144"/>
            <a:ext cx="5181600" cy="48728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30" name="Google Shape;23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32" name="Google Shape;232;p9"/>
          <p:cNvSpPr/>
          <p:nvPr/>
        </p:nvSpPr>
        <p:spPr>
          <a:xfrm>
            <a:off x="897290" y="1229193"/>
            <a:ext cx="4603231" cy="486881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9"/>
          <p:cNvSpPr txBox="1"/>
          <p:nvPr/>
        </p:nvSpPr>
        <p:spPr>
          <a:xfrm>
            <a:off x="1358326" y="1548743"/>
            <a:ext cx="368115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9"/>
          <p:cNvSpPr txBox="1"/>
          <p:nvPr/>
        </p:nvSpPr>
        <p:spPr>
          <a:xfrm>
            <a:off x="1236064" y="2022528"/>
            <a:ext cx="3628545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"/>
          <p:cNvSpPr txBox="1"/>
          <p:nvPr>
            <p:ph idx="1" type="body"/>
          </p:nvPr>
        </p:nvSpPr>
        <p:spPr>
          <a:xfrm>
            <a:off x="838200" y="1414462"/>
            <a:ext cx="10515600" cy="1504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40" name="Google Shape;240;p10"/>
          <p:cNvSpPr txBox="1"/>
          <p:nvPr>
            <p:ph type="title"/>
          </p:nvPr>
        </p:nvSpPr>
        <p:spPr>
          <a:xfrm>
            <a:off x="838200" y="16526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41" name="Google Shape;241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2" name="Google Shape;242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43" name="Google Shape;243;p10"/>
          <p:cNvSpPr/>
          <p:nvPr/>
        </p:nvSpPr>
        <p:spPr>
          <a:xfrm>
            <a:off x="838200" y="3312826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4483933" y="3312825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8129666" y="3333502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0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10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0" name="Google Shape;250;p10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10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1"/>
          <p:cNvSpPr txBox="1"/>
          <p:nvPr>
            <p:ph type="title"/>
          </p:nvPr>
        </p:nvSpPr>
        <p:spPr>
          <a:xfrm>
            <a:off x="838200" y="25355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57" name="Google Shape;257;p11"/>
          <p:cNvSpPr txBox="1"/>
          <p:nvPr>
            <p:ph idx="1" type="body"/>
          </p:nvPr>
        </p:nvSpPr>
        <p:spPr>
          <a:xfrm>
            <a:off x="876297" y="1663954"/>
            <a:ext cx="10515600" cy="139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58" name="Google Shape;258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" name="Google Shape;259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60" name="Google Shape;260;p11"/>
          <p:cNvSpPr/>
          <p:nvPr/>
        </p:nvSpPr>
        <p:spPr>
          <a:xfrm>
            <a:off x="838200" y="3312826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4483933" y="3312825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8129666" y="3333502"/>
            <a:ext cx="3224134" cy="2608289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1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11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Lesser Visibility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6" name="Google Shape;266;p11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11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1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12"/>
          <p:cNvSpPr txBox="1"/>
          <p:nvPr>
            <p:ph idx="1" type="body"/>
          </p:nvPr>
        </p:nvSpPr>
        <p:spPr>
          <a:xfrm>
            <a:off x="838200" y="1414462"/>
            <a:ext cx="10515600" cy="15044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74" name="Google Shape;274;p12"/>
          <p:cNvSpPr txBox="1"/>
          <p:nvPr>
            <p:ph type="title"/>
          </p:nvPr>
        </p:nvSpPr>
        <p:spPr>
          <a:xfrm>
            <a:off x="838200" y="165260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75" name="Google Shape;275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" name="Google Shape;276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77" name="Google Shape;277;p12"/>
          <p:cNvSpPr/>
          <p:nvPr/>
        </p:nvSpPr>
        <p:spPr>
          <a:xfrm>
            <a:off x="778240" y="3312826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2"/>
          <p:cNvSpPr/>
          <p:nvPr/>
        </p:nvSpPr>
        <p:spPr>
          <a:xfrm>
            <a:off x="4446457" y="3312825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2"/>
          <p:cNvSpPr/>
          <p:nvPr/>
        </p:nvSpPr>
        <p:spPr>
          <a:xfrm>
            <a:off x="8114674" y="3333502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2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12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12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3" name="Google Shape;283;p12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" name="Google Shape;284;p12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12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 txBox="1"/>
          <p:nvPr>
            <p:ph type="title"/>
          </p:nvPr>
        </p:nvSpPr>
        <p:spPr>
          <a:xfrm>
            <a:off x="838200" y="25355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291" name="Google Shape;291;p13"/>
          <p:cNvSpPr txBox="1"/>
          <p:nvPr>
            <p:ph idx="1" type="body"/>
          </p:nvPr>
        </p:nvSpPr>
        <p:spPr>
          <a:xfrm>
            <a:off x="876297" y="1663954"/>
            <a:ext cx="10515600" cy="13940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62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92" name="Google Shape;29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3" name="Google Shape;293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294" name="Google Shape;294;p13"/>
          <p:cNvSpPr/>
          <p:nvPr/>
        </p:nvSpPr>
        <p:spPr>
          <a:xfrm>
            <a:off x="778240" y="3312826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3"/>
          <p:cNvSpPr/>
          <p:nvPr/>
        </p:nvSpPr>
        <p:spPr>
          <a:xfrm>
            <a:off x="4446457" y="3312825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8114674" y="3333502"/>
            <a:ext cx="3299086" cy="2608289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 txBox="1"/>
          <p:nvPr/>
        </p:nvSpPr>
        <p:spPr>
          <a:xfrm>
            <a:off x="4883046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3"/>
          <p:cNvSpPr txBox="1"/>
          <p:nvPr/>
        </p:nvSpPr>
        <p:spPr>
          <a:xfrm>
            <a:off x="8452579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13"/>
          <p:cNvSpPr txBox="1"/>
          <p:nvPr/>
        </p:nvSpPr>
        <p:spPr>
          <a:xfrm>
            <a:off x="1147685" y="358140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 txBox="1"/>
          <p:nvPr/>
        </p:nvSpPr>
        <p:spPr>
          <a:xfrm>
            <a:off x="1161113" y="413728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13"/>
          <p:cNvSpPr txBox="1"/>
          <p:nvPr/>
        </p:nvSpPr>
        <p:spPr>
          <a:xfrm>
            <a:off x="4901471" y="413579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13"/>
          <p:cNvSpPr txBox="1"/>
          <p:nvPr/>
        </p:nvSpPr>
        <p:spPr>
          <a:xfrm>
            <a:off x="8336717" y="413579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4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08" name="Google Shape;308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" name="Google Shape;309;p14"/>
          <p:cNvSpPr/>
          <p:nvPr/>
        </p:nvSpPr>
        <p:spPr>
          <a:xfrm>
            <a:off x="778239" y="1648918"/>
            <a:ext cx="3224135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4483932" y="1648918"/>
            <a:ext cx="3224136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14"/>
          <p:cNvSpPr/>
          <p:nvPr/>
        </p:nvSpPr>
        <p:spPr>
          <a:xfrm>
            <a:off x="8257084" y="1648918"/>
            <a:ext cx="3224136" cy="427219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13" name="Google Shape;313;p14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4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4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4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4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5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24" name="Google Shape;32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5" name="Google Shape;325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778239" y="1648918"/>
            <a:ext cx="3224135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5"/>
          <p:cNvSpPr/>
          <p:nvPr/>
        </p:nvSpPr>
        <p:spPr>
          <a:xfrm>
            <a:off x="4483932" y="1648918"/>
            <a:ext cx="3224136" cy="4272197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15"/>
          <p:cNvSpPr/>
          <p:nvPr/>
        </p:nvSpPr>
        <p:spPr>
          <a:xfrm>
            <a:off x="8257084" y="1648918"/>
            <a:ext cx="3224136" cy="4272196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15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1" name="Google Shape;331;p15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2" name="Google Shape;332;p15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15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4" name="Google Shape;334;p15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6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40" name="Google Shape;340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778239" y="1648918"/>
            <a:ext cx="3269105" cy="4272197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>
            <a:off x="4495177" y="1648917"/>
            <a:ext cx="3269105" cy="4272197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/>
          <p:nvPr/>
        </p:nvSpPr>
        <p:spPr>
          <a:xfrm>
            <a:off x="8212115" y="1648918"/>
            <a:ext cx="3269105" cy="4272196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45" name="Google Shape;345;p16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6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6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6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6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6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17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56" name="Google Shape;356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778240" y="1678898"/>
            <a:ext cx="3261608" cy="4242217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7"/>
          <p:cNvSpPr/>
          <p:nvPr/>
        </p:nvSpPr>
        <p:spPr>
          <a:xfrm>
            <a:off x="4431466" y="1678897"/>
            <a:ext cx="3329067" cy="4242217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7"/>
          <p:cNvSpPr/>
          <p:nvPr/>
        </p:nvSpPr>
        <p:spPr>
          <a:xfrm>
            <a:off x="8152153" y="1678897"/>
            <a:ext cx="3329067" cy="4242217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61" name="Google Shape;361;p17"/>
          <p:cNvSpPr txBox="1"/>
          <p:nvPr/>
        </p:nvSpPr>
        <p:spPr>
          <a:xfrm>
            <a:off x="4806846" y="1929420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7"/>
          <p:cNvSpPr txBox="1"/>
          <p:nvPr/>
        </p:nvSpPr>
        <p:spPr>
          <a:xfrm>
            <a:off x="8579998" y="191961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7"/>
          <p:cNvSpPr txBox="1"/>
          <p:nvPr/>
        </p:nvSpPr>
        <p:spPr>
          <a:xfrm>
            <a:off x="1121450" y="1921101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p17"/>
          <p:cNvSpPr txBox="1"/>
          <p:nvPr/>
        </p:nvSpPr>
        <p:spPr>
          <a:xfrm>
            <a:off x="1039943" y="2415869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4806846" y="242840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6" name="Google Shape;366;p17"/>
          <p:cNvSpPr txBox="1"/>
          <p:nvPr/>
        </p:nvSpPr>
        <p:spPr>
          <a:xfrm>
            <a:off x="8503171" y="2437876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18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72" name="Google Shape;372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3" name="Google Shape;373;p18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8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8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8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7" name="Google Shape;377;p18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8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9" name="Google Shape;379;p18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8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8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2" name="Google Shape;382;p18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3" name="Google Shape;383;p18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8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8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19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391" name="Google Shape;391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2" name="Google Shape;392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393" name="Google Shape;393;p19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9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9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9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9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9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9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9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9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2" name="Google Shape;402;p19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9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9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9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0"/>
          <p:cNvSpPr txBox="1"/>
          <p:nvPr>
            <p:ph type="title"/>
          </p:nvPr>
        </p:nvSpPr>
        <p:spPr>
          <a:xfrm>
            <a:off x="838200" y="148319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411" name="Google Shape;411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" name="Google Shape;412;p20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20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20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20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20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0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8" name="Google Shape;418;p20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20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F6821C"/>
          </a:solidFill>
          <a:ln cap="flat" cmpd="sng" w="38100">
            <a:solidFill>
              <a:srgbClr val="F6821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20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20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20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20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20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21"/>
          <p:cNvSpPr txBox="1"/>
          <p:nvPr>
            <p:ph type="title"/>
          </p:nvPr>
        </p:nvSpPr>
        <p:spPr>
          <a:xfrm>
            <a:off x="838200" y="178298"/>
            <a:ext cx="10515600" cy="855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Calibri"/>
              <a:buNone/>
            </a:pPr>
            <a:r>
              <a:rPr lang="en-US"/>
              <a:t>TITLE</a:t>
            </a:r>
            <a:endParaRPr/>
          </a:p>
        </p:txBody>
      </p:sp>
      <p:sp>
        <p:nvSpPr>
          <p:cNvPr id="430" name="Google Shape;4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1" name="Google Shape;43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07-08-2024</a:t>
            </a:r>
            <a:endParaRPr/>
          </a:p>
        </p:txBody>
      </p:sp>
      <p:sp>
        <p:nvSpPr>
          <p:cNvPr id="432" name="Google Shape;432;p21"/>
          <p:cNvSpPr/>
          <p:nvPr/>
        </p:nvSpPr>
        <p:spPr>
          <a:xfrm>
            <a:off x="778239" y="127416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21"/>
          <p:cNvSpPr/>
          <p:nvPr/>
        </p:nvSpPr>
        <p:spPr>
          <a:xfrm>
            <a:off x="4483932" y="127416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21"/>
          <p:cNvSpPr txBox="1"/>
          <p:nvPr/>
        </p:nvSpPr>
        <p:spPr>
          <a:xfrm>
            <a:off x="4806846" y="155466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5" name="Google Shape;435;p21"/>
          <p:cNvSpPr txBox="1"/>
          <p:nvPr/>
        </p:nvSpPr>
        <p:spPr>
          <a:xfrm>
            <a:off x="1121450" y="154634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6" name="Google Shape;436;p21"/>
          <p:cNvSpPr txBox="1"/>
          <p:nvPr/>
        </p:nvSpPr>
        <p:spPr>
          <a:xfrm>
            <a:off x="1039943" y="204111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7" name="Google Shape;437;p21"/>
          <p:cNvSpPr txBox="1"/>
          <p:nvPr/>
        </p:nvSpPr>
        <p:spPr>
          <a:xfrm>
            <a:off x="4806846" y="205365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8" name="Google Shape;438;p21"/>
          <p:cNvSpPr/>
          <p:nvPr/>
        </p:nvSpPr>
        <p:spPr>
          <a:xfrm>
            <a:off x="778239" y="3853174"/>
            <a:ext cx="3224135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21"/>
          <p:cNvSpPr/>
          <p:nvPr/>
        </p:nvSpPr>
        <p:spPr>
          <a:xfrm>
            <a:off x="4483932" y="3853174"/>
            <a:ext cx="3224136" cy="2308485"/>
          </a:xfrm>
          <a:prstGeom prst="roundRect">
            <a:avLst>
              <a:gd fmla="val 16667" name="adj"/>
            </a:avLst>
          </a:prstGeom>
          <a:solidFill>
            <a:srgbClr val="264796"/>
          </a:solidFill>
          <a:ln cap="flat" cmpd="sng" w="38100">
            <a:solidFill>
              <a:srgbClr val="264796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1"/>
          <p:cNvSpPr txBox="1"/>
          <p:nvPr/>
        </p:nvSpPr>
        <p:spPr>
          <a:xfrm>
            <a:off x="4806846" y="4133676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1" name="Google Shape;441;p21"/>
          <p:cNvSpPr txBox="1"/>
          <p:nvPr/>
        </p:nvSpPr>
        <p:spPr>
          <a:xfrm>
            <a:off x="1121450" y="4125357"/>
            <a:ext cx="25783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-US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Heading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2" name="Google Shape;442;p21"/>
          <p:cNvSpPr txBox="1"/>
          <p:nvPr/>
        </p:nvSpPr>
        <p:spPr>
          <a:xfrm>
            <a:off x="1039943" y="4620125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3" name="Google Shape;443;p21"/>
          <p:cNvSpPr txBox="1"/>
          <p:nvPr/>
        </p:nvSpPr>
        <p:spPr>
          <a:xfrm>
            <a:off x="4806846" y="4632662"/>
            <a:ext cx="254145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This is the body text.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4" name="Google Shape;444;p21"/>
          <p:cNvSpPr txBox="1"/>
          <p:nvPr/>
        </p:nvSpPr>
        <p:spPr>
          <a:xfrm>
            <a:off x="8124669" y="1274164"/>
            <a:ext cx="365760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Add an image here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2"/>
          <p:cNvSpPr/>
          <p:nvPr/>
        </p:nvSpPr>
        <p:spPr>
          <a:xfrm>
            <a:off x="0" y="-30900"/>
            <a:ext cx="12192000" cy="6858000"/>
          </a:xfrm>
          <a:prstGeom prst="rect">
            <a:avLst/>
          </a:prstGeom>
          <a:gradFill>
            <a:gsLst>
              <a:gs pos="0">
                <a:srgbClr val="476ED1"/>
              </a:gs>
              <a:gs pos="88000">
                <a:srgbClr val="264796"/>
              </a:gs>
              <a:gs pos="100000">
                <a:srgbClr val="264796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22"/>
          <p:cNvSpPr/>
          <p:nvPr/>
        </p:nvSpPr>
        <p:spPr>
          <a:xfrm>
            <a:off x="330859" y="190355"/>
            <a:ext cx="11591925" cy="6236494"/>
          </a:xfrm>
          <a:prstGeom prst="rect">
            <a:avLst/>
          </a:prstGeom>
          <a:gradFill>
            <a:gsLst>
              <a:gs pos="0">
                <a:srgbClr val="476ED1">
                  <a:alpha val="0"/>
                </a:srgbClr>
              </a:gs>
              <a:gs pos="100000">
                <a:srgbClr val="476ED1"/>
              </a:gs>
            </a:gsLst>
            <a:lin ang="162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2"/>
          <p:cNvSpPr/>
          <p:nvPr/>
        </p:nvSpPr>
        <p:spPr>
          <a:xfrm rot="10800000">
            <a:off x="156247" y="6002681"/>
            <a:ext cx="471837" cy="855319"/>
          </a:xfrm>
          <a:prstGeom prst="flowChartOffpageConnector">
            <a:avLst/>
          </a:prstGeom>
          <a:solidFill>
            <a:srgbClr val="F6821C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2"/>
          <p:cNvSpPr txBox="1"/>
          <p:nvPr/>
        </p:nvSpPr>
        <p:spPr>
          <a:xfrm>
            <a:off x="3897607" y="6354931"/>
            <a:ext cx="4396787" cy="422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25" lIns="18825" spcFirstLastPara="1" rIns="18825" wrap="square" tIns="188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www.varatechnology.com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3" name="Google Shape;453;p22"/>
          <p:cNvSpPr txBox="1"/>
          <p:nvPr/>
        </p:nvSpPr>
        <p:spPr>
          <a:xfrm>
            <a:off x="4888601" y="5165663"/>
            <a:ext cx="2414799" cy="5170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Follow us</a:t>
            </a:r>
            <a:endParaRPr b="0" i="0" sz="2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54" name="Google Shape;454;p22"/>
          <p:cNvGrpSpPr/>
          <p:nvPr/>
        </p:nvGrpSpPr>
        <p:grpSpPr>
          <a:xfrm>
            <a:off x="5153949" y="5720104"/>
            <a:ext cx="1884103" cy="537839"/>
            <a:chOff x="839820" y="5692898"/>
            <a:chExt cx="1884103" cy="537839"/>
          </a:xfrm>
        </p:grpSpPr>
        <p:grpSp>
          <p:nvGrpSpPr>
            <p:cNvPr id="455" name="Google Shape;455;p22"/>
            <p:cNvGrpSpPr/>
            <p:nvPr/>
          </p:nvGrpSpPr>
          <p:grpSpPr>
            <a:xfrm>
              <a:off x="1523558" y="5692902"/>
              <a:ext cx="515822" cy="515891"/>
              <a:chOff x="1327518" y="8517177"/>
              <a:chExt cx="714280" cy="714375"/>
            </a:xfrm>
          </p:grpSpPr>
          <p:sp>
            <p:nvSpPr>
              <p:cNvPr id="456" name="Google Shape;456;p22"/>
              <p:cNvSpPr/>
              <p:nvPr/>
            </p:nvSpPr>
            <p:spPr>
              <a:xfrm>
                <a:off x="1327518" y="8517177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1558451" y="8653173"/>
                <a:ext cx="228600" cy="440532"/>
              </a:xfrm>
              <a:custGeom>
                <a:rect b="b" l="l" r="r" t="t"/>
                <a:pathLst>
                  <a:path extrusionOk="0" h="587375" w="304800">
                    <a:moveTo>
                      <a:pt x="197993" y="587375"/>
                    </a:moveTo>
                    <a:lnTo>
                      <a:pt x="90170" y="587375"/>
                    </a:lnTo>
                    <a:lnTo>
                      <a:pt x="90170" y="319405"/>
                    </a:lnTo>
                    <a:lnTo>
                      <a:pt x="0" y="319405"/>
                    </a:lnTo>
                    <a:lnTo>
                      <a:pt x="0" y="215011"/>
                    </a:lnTo>
                    <a:lnTo>
                      <a:pt x="90170" y="215011"/>
                    </a:lnTo>
                    <a:lnTo>
                      <a:pt x="90170" y="138049"/>
                    </a:lnTo>
                    <a:lnTo>
                      <a:pt x="99949" y="78740"/>
                    </a:lnTo>
                    <a:lnTo>
                      <a:pt x="127381" y="35560"/>
                    </a:lnTo>
                    <a:lnTo>
                      <a:pt x="169799" y="9017"/>
                    </a:lnTo>
                    <a:lnTo>
                      <a:pt x="224409" y="0"/>
                    </a:lnTo>
                    <a:lnTo>
                      <a:pt x="251714" y="508"/>
                    </a:lnTo>
                    <a:lnTo>
                      <a:pt x="275336" y="1651"/>
                    </a:lnTo>
                    <a:lnTo>
                      <a:pt x="293624" y="3048"/>
                    </a:lnTo>
                    <a:lnTo>
                      <a:pt x="304800" y="4191"/>
                    </a:lnTo>
                    <a:lnTo>
                      <a:pt x="304800" y="97536"/>
                    </a:lnTo>
                    <a:lnTo>
                      <a:pt x="249555" y="97536"/>
                    </a:lnTo>
                    <a:lnTo>
                      <a:pt x="223139" y="101219"/>
                    </a:lnTo>
                    <a:lnTo>
                      <a:pt x="207391" y="111633"/>
                    </a:lnTo>
                    <a:lnTo>
                      <a:pt x="199771" y="127635"/>
                    </a:lnTo>
                    <a:lnTo>
                      <a:pt x="197739" y="148336"/>
                    </a:lnTo>
                    <a:lnTo>
                      <a:pt x="197739" y="215011"/>
                    </a:lnTo>
                    <a:lnTo>
                      <a:pt x="301117" y="215011"/>
                    </a:lnTo>
                    <a:lnTo>
                      <a:pt x="287655" y="319405"/>
                    </a:lnTo>
                    <a:lnTo>
                      <a:pt x="197993" y="319405"/>
                    </a:lnTo>
                    <a:lnTo>
                      <a:pt x="197993" y="587375"/>
                    </a:lnTo>
                    <a:close/>
                  </a:path>
                </a:pathLst>
              </a:custGeom>
              <a:solidFill>
                <a:srgbClr val="F96E20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58" name="Google Shape;458;p22"/>
            <p:cNvGrpSpPr/>
            <p:nvPr/>
          </p:nvGrpSpPr>
          <p:grpSpPr>
            <a:xfrm>
              <a:off x="839820" y="5692903"/>
              <a:ext cx="537834" cy="537834"/>
              <a:chOff x="380718" y="8517178"/>
              <a:chExt cx="744760" cy="744760"/>
            </a:xfrm>
          </p:grpSpPr>
          <p:sp>
            <p:nvSpPr>
              <p:cNvPr id="459" name="Google Shape;459;p22"/>
              <p:cNvSpPr/>
              <p:nvPr/>
            </p:nvSpPr>
            <p:spPr>
              <a:xfrm>
                <a:off x="380718" y="8517178"/>
                <a:ext cx="744760" cy="744760"/>
              </a:xfrm>
              <a:custGeom>
                <a:rect b="b" l="l" r="r" t="t"/>
                <a:pathLst>
                  <a:path extrusionOk="0" h="993013" w="993013">
                    <a:moveTo>
                      <a:pt x="993013" y="496443"/>
                    </a:moveTo>
                    <a:lnTo>
                      <a:pt x="992124" y="481711"/>
                    </a:lnTo>
                    <a:lnTo>
                      <a:pt x="992124" y="467233"/>
                    </a:lnTo>
                    <a:lnTo>
                      <a:pt x="990219" y="450977"/>
                    </a:lnTo>
                    <a:lnTo>
                      <a:pt x="989203" y="434213"/>
                    </a:lnTo>
                    <a:lnTo>
                      <a:pt x="986663" y="421005"/>
                    </a:lnTo>
                    <a:lnTo>
                      <a:pt x="985266" y="409067"/>
                    </a:lnTo>
                    <a:lnTo>
                      <a:pt x="981329" y="392938"/>
                    </a:lnTo>
                    <a:lnTo>
                      <a:pt x="977900" y="374269"/>
                    </a:lnTo>
                    <a:lnTo>
                      <a:pt x="973963" y="361950"/>
                    </a:lnTo>
                    <a:lnTo>
                      <a:pt x="971550" y="351663"/>
                    </a:lnTo>
                    <a:lnTo>
                      <a:pt x="965708" y="336042"/>
                    </a:lnTo>
                    <a:lnTo>
                      <a:pt x="959612" y="316992"/>
                    </a:lnTo>
                    <a:lnTo>
                      <a:pt x="954532" y="305816"/>
                    </a:lnTo>
                    <a:lnTo>
                      <a:pt x="950849" y="295910"/>
                    </a:lnTo>
                    <a:lnTo>
                      <a:pt x="942975" y="280670"/>
                    </a:lnTo>
                    <a:lnTo>
                      <a:pt x="934847" y="263017"/>
                    </a:lnTo>
                    <a:lnTo>
                      <a:pt x="928370" y="252603"/>
                    </a:lnTo>
                    <a:lnTo>
                      <a:pt x="923163" y="242570"/>
                    </a:lnTo>
                    <a:lnTo>
                      <a:pt x="913892" y="228981"/>
                    </a:lnTo>
                    <a:lnTo>
                      <a:pt x="903986" y="212852"/>
                    </a:lnTo>
                    <a:lnTo>
                      <a:pt x="895477" y="202057"/>
                    </a:lnTo>
                    <a:lnTo>
                      <a:pt x="888746" y="192278"/>
                    </a:lnTo>
                    <a:lnTo>
                      <a:pt x="879094" y="181356"/>
                    </a:lnTo>
                    <a:lnTo>
                      <a:pt x="867664" y="166751"/>
                    </a:lnTo>
                    <a:lnTo>
                      <a:pt x="855980" y="155067"/>
                    </a:lnTo>
                    <a:lnTo>
                      <a:pt x="847471" y="145415"/>
                    </a:lnTo>
                    <a:lnTo>
                      <a:pt x="846836" y="146050"/>
                    </a:lnTo>
                    <a:lnTo>
                      <a:pt x="780034" y="89027"/>
                    </a:lnTo>
                    <a:lnTo>
                      <a:pt x="729742" y="58293"/>
                    </a:lnTo>
                    <a:lnTo>
                      <a:pt x="675767" y="33528"/>
                    </a:lnTo>
                    <a:lnTo>
                      <a:pt x="618617" y="15240"/>
                    </a:lnTo>
                    <a:lnTo>
                      <a:pt x="558800" y="3810"/>
                    </a:lnTo>
                    <a:lnTo>
                      <a:pt x="496443" y="0"/>
                    </a:lnTo>
                    <a:lnTo>
                      <a:pt x="434213" y="3810"/>
                    </a:lnTo>
                    <a:lnTo>
                      <a:pt x="374269" y="15113"/>
                    </a:lnTo>
                    <a:lnTo>
                      <a:pt x="317119" y="33401"/>
                    </a:lnTo>
                    <a:lnTo>
                      <a:pt x="263144" y="58166"/>
                    </a:lnTo>
                    <a:lnTo>
                      <a:pt x="212852" y="88900"/>
                    </a:lnTo>
                    <a:lnTo>
                      <a:pt x="166751" y="125222"/>
                    </a:lnTo>
                    <a:lnTo>
                      <a:pt x="125349" y="166624"/>
                    </a:lnTo>
                    <a:lnTo>
                      <a:pt x="89027" y="212725"/>
                    </a:lnTo>
                    <a:lnTo>
                      <a:pt x="58293" y="263017"/>
                    </a:lnTo>
                    <a:lnTo>
                      <a:pt x="33528" y="316992"/>
                    </a:lnTo>
                    <a:lnTo>
                      <a:pt x="15240" y="374142"/>
                    </a:lnTo>
                    <a:lnTo>
                      <a:pt x="3810" y="434213"/>
                    </a:lnTo>
                    <a:lnTo>
                      <a:pt x="0" y="496443"/>
                    </a:lnTo>
                    <a:lnTo>
                      <a:pt x="3810" y="558800"/>
                    </a:lnTo>
                    <a:lnTo>
                      <a:pt x="15113" y="618744"/>
                    </a:lnTo>
                    <a:lnTo>
                      <a:pt x="33401" y="675894"/>
                    </a:lnTo>
                    <a:lnTo>
                      <a:pt x="58166" y="729869"/>
                    </a:lnTo>
                    <a:lnTo>
                      <a:pt x="88900" y="780161"/>
                    </a:lnTo>
                    <a:lnTo>
                      <a:pt x="125222" y="826262"/>
                    </a:lnTo>
                    <a:lnTo>
                      <a:pt x="145923" y="846963"/>
                    </a:lnTo>
                    <a:lnTo>
                      <a:pt x="145415" y="847471"/>
                    </a:lnTo>
                    <a:lnTo>
                      <a:pt x="154940" y="855980"/>
                    </a:lnTo>
                    <a:lnTo>
                      <a:pt x="166624" y="867664"/>
                    </a:lnTo>
                    <a:lnTo>
                      <a:pt x="180721" y="878840"/>
                    </a:lnTo>
                    <a:lnTo>
                      <a:pt x="192024" y="888873"/>
                    </a:lnTo>
                    <a:lnTo>
                      <a:pt x="202184" y="895858"/>
                    </a:lnTo>
                    <a:lnTo>
                      <a:pt x="212598" y="904113"/>
                    </a:lnTo>
                    <a:lnTo>
                      <a:pt x="227965" y="913511"/>
                    </a:lnTo>
                    <a:lnTo>
                      <a:pt x="242316" y="923290"/>
                    </a:lnTo>
                    <a:lnTo>
                      <a:pt x="252857" y="928751"/>
                    </a:lnTo>
                    <a:lnTo>
                      <a:pt x="262890" y="934847"/>
                    </a:lnTo>
                    <a:lnTo>
                      <a:pt x="279654" y="942594"/>
                    </a:lnTo>
                    <a:lnTo>
                      <a:pt x="295656" y="950849"/>
                    </a:lnTo>
                    <a:lnTo>
                      <a:pt x="306070" y="954786"/>
                    </a:lnTo>
                    <a:lnTo>
                      <a:pt x="316738" y="959739"/>
                    </a:lnTo>
                    <a:lnTo>
                      <a:pt x="334645" y="965454"/>
                    </a:lnTo>
                    <a:lnTo>
                      <a:pt x="351282" y="971550"/>
                    </a:lnTo>
                    <a:lnTo>
                      <a:pt x="362204" y="974217"/>
                    </a:lnTo>
                    <a:lnTo>
                      <a:pt x="374015" y="977900"/>
                    </a:lnTo>
                    <a:lnTo>
                      <a:pt x="391922" y="981329"/>
                    </a:lnTo>
                    <a:lnTo>
                      <a:pt x="408559" y="985266"/>
                    </a:lnTo>
                    <a:lnTo>
                      <a:pt x="420751" y="986663"/>
                    </a:lnTo>
                    <a:lnTo>
                      <a:pt x="433959" y="989203"/>
                    </a:lnTo>
                    <a:lnTo>
                      <a:pt x="450596" y="990219"/>
                    </a:lnTo>
                    <a:lnTo>
                      <a:pt x="466852" y="992124"/>
                    </a:lnTo>
                    <a:lnTo>
                      <a:pt x="481457" y="992124"/>
                    </a:lnTo>
                    <a:lnTo>
                      <a:pt x="496189" y="993013"/>
                    </a:lnTo>
                    <a:lnTo>
                      <a:pt x="510921" y="992124"/>
                    </a:lnTo>
                    <a:lnTo>
                      <a:pt x="525399" y="992124"/>
                    </a:lnTo>
                    <a:lnTo>
                      <a:pt x="541401" y="990219"/>
                    </a:lnTo>
                    <a:lnTo>
                      <a:pt x="558800" y="989076"/>
                    </a:lnTo>
                    <a:lnTo>
                      <a:pt x="572262" y="986536"/>
                    </a:lnTo>
                    <a:lnTo>
                      <a:pt x="579374" y="985647"/>
                    </a:lnTo>
                    <a:lnTo>
                      <a:pt x="579755" y="985647"/>
                    </a:lnTo>
                    <a:lnTo>
                      <a:pt x="584200" y="985139"/>
                    </a:lnTo>
                    <a:lnTo>
                      <a:pt x="600329" y="981202"/>
                    </a:lnTo>
                    <a:lnTo>
                      <a:pt x="618871" y="977646"/>
                    </a:lnTo>
                    <a:lnTo>
                      <a:pt x="630936" y="973836"/>
                    </a:lnTo>
                    <a:lnTo>
                      <a:pt x="641350" y="971296"/>
                    </a:lnTo>
                    <a:lnTo>
                      <a:pt x="646049" y="969518"/>
                    </a:lnTo>
                    <a:lnTo>
                      <a:pt x="646811" y="969391"/>
                    </a:lnTo>
                    <a:lnTo>
                      <a:pt x="650748" y="967867"/>
                    </a:lnTo>
                    <a:lnTo>
                      <a:pt x="657225" y="965454"/>
                    </a:lnTo>
                    <a:lnTo>
                      <a:pt x="676021" y="959485"/>
                    </a:lnTo>
                    <a:lnTo>
                      <a:pt x="687197" y="954405"/>
                    </a:lnTo>
                    <a:lnTo>
                      <a:pt x="697103" y="950722"/>
                    </a:lnTo>
                    <a:lnTo>
                      <a:pt x="706120" y="946023"/>
                    </a:lnTo>
                    <a:lnTo>
                      <a:pt x="710311" y="944372"/>
                    </a:lnTo>
                    <a:lnTo>
                      <a:pt x="716153" y="941070"/>
                    </a:lnTo>
                    <a:lnTo>
                      <a:pt x="729996" y="934720"/>
                    </a:lnTo>
                    <a:lnTo>
                      <a:pt x="740410" y="928370"/>
                    </a:lnTo>
                    <a:lnTo>
                      <a:pt x="750443" y="923163"/>
                    </a:lnTo>
                    <a:lnTo>
                      <a:pt x="762508" y="914908"/>
                    </a:lnTo>
                    <a:lnTo>
                      <a:pt x="769112" y="911225"/>
                    </a:lnTo>
                    <a:lnTo>
                      <a:pt x="772033" y="908939"/>
                    </a:lnTo>
                    <a:lnTo>
                      <a:pt x="780161" y="903986"/>
                    </a:lnTo>
                    <a:lnTo>
                      <a:pt x="790956" y="895477"/>
                    </a:lnTo>
                    <a:lnTo>
                      <a:pt x="800735" y="888746"/>
                    </a:lnTo>
                    <a:lnTo>
                      <a:pt x="811784" y="878967"/>
                    </a:lnTo>
                    <a:lnTo>
                      <a:pt x="819404" y="872998"/>
                    </a:lnTo>
                    <a:lnTo>
                      <a:pt x="822579" y="870585"/>
                    </a:lnTo>
                    <a:lnTo>
                      <a:pt x="823087" y="870077"/>
                    </a:lnTo>
                    <a:lnTo>
                      <a:pt x="826262" y="867537"/>
                    </a:lnTo>
                    <a:lnTo>
                      <a:pt x="837946" y="855853"/>
                    </a:lnTo>
                    <a:lnTo>
                      <a:pt x="847471" y="847471"/>
                    </a:lnTo>
                    <a:lnTo>
                      <a:pt x="855980" y="837946"/>
                    </a:lnTo>
                    <a:lnTo>
                      <a:pt x="867664" y="826262"/>
                    </a:lnTo>
                    <a:lnTo>
                      <a:pt x="869569" y="823722"/>
                    </a:lnTo>
                    <a:lnTo>
                      <a:pt x="869950" y="823341"/>
                    </a:lnTo>
                    <a:lnTo>
                      <a:pt x="872490" y="819912"/>
                    </a:lnTo>
                    <a:lnTo>
                      <a:pt x="878713" y="812038"/>
                    </a:lnTo>
                    <a:lnTo>
                      <a:pt x="888619" y="800735"/>
                    </a:lnTo>
                    <a:lnTo>
                      <a:pt x="895604" y="790575"/>
                    </a:lnTo>
                    <a:lnTo>
                      <a:pt x="903859" y="780161"/>
                    </a:lnTo>
                    <a:lnTo>
                      <a:pt x="907923" y="773557"/>
                    </a:lnTo>
                    <a:lnTo>
                      <a:pt x="910590" y="770001"/>
                    </a:lnTo>
                    <a:lnTo>
                      <a:pt x="915035" y="762127"/>
                    </a:lnTo>
                    <a:lnTo>
                      <a:pt x="923036" y="750443"/>
                    </a:lnTo>
                    <a:lnTo>
                      <a:pt x="928370" y="740029"/>
                    </a:lnTo>
                    <a:lnTo>
                      <a:pt x="934593" y="729996"/>
                    </a:lnTo>
                    <a:lnTo>
                      <a:pt x="939927" y="718312"/>
                    </a:lnTo>
                    <a:lnTo>
                      <a:pt x="943864" y="711327"/>
                    </a:lnTo>
                    <a:lnTo>
                      <a:pt x="946023" y="705866"/>
                    </a:lnTo>
                    <a:lnTo>
                      <a:pt x="950468" y="697230"/>
                    </a:lnTo>
                    <a:lnTo>
                      <a:pt x="954278" y="686816"/>
                    </a:lnTo>
                    <a:lnTo>
                      <a:pt x="959231" y="676148"/>
                    </a:lnTo>
                    <a:lnTo>
                      <a:pt x="964946" y="658495"/>
                    </a:lnTo>
                    <a:lnTo>
                      <a:pt x="969137" y="648081"/>
                    </a:lnTo>
                    <a:lnTo>
                      <a:pt x="970915" y="642620"/>
                    </a:lnTo>
                    <a:lnTo>
                      <a:pt x="974090" y="631063"/>
                    </a:lnTo>
                    <a:lnTo>
                      <a:pt x="973709" y="630809"/>
                    </a:lnTo>
                    <a:lnTo>
                      <a:pt x="977519" y="618998"/>
                    </a:lnTo>
                    <a:lnTo>
                      <a:pt x="980821" y="601091"/>
                    </a:lnTo>
                    <a:lnTo>
                      <a:pt x="984885" y="584327"/>
                    </a:lnTo>
                    <a:lnTo>
                      <a:pt x="986282" y="571881"/>
                    </a:lnTo>
                    <a:lnTo>
                      <a:pt x="988695" y="558927"/>
                    </a:lnTo>
                    <a:lnTo>
                      <a:pt x="989711" y="542544"/>
                    </a:lnTo>
                    <a:lnTo>
                      <a:pt x="991616" y="526161"/>
                    </a:lnTo>
                    <a:lnTo>
                      <a:pt x="991616" y="511175"/>
                    </a:lnTo>
                    <a:lnTo>
                      <a:pt x="992505" y="49644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0" name="Google Shape;460;p22"/>
              <p:cNvGrpSpPr/>
              <p:nvPr/>
            </p:nvGrpSpPr>
            <p:grpSpPr>
              <a:xfrm>
                <a:off x="570731" y="8660503"/>
                <a:ext cx="373380" cy="356902"/>
                <a:chOff x="0" y="0"/>
                <a:chExt cx="497840" cy="475869"/>
              </a:xfrm>
            </p:grpSpPr>
            <p:sp>
              <p:nvSpPr>
                <p:cNvPr id="461" name="Google Shape;461;p22"/>
                <p:cNvSpPr/>
                <p:nvPr/>
              </p:nvSpPr>
              <p:spPr>
                <a:xfrm>
                  <a:off x="278765" y="147320"/>
                  <a:ext cx="194818" cy="54102"/>
                </a:xfrm>
                <a:custGeom>
                  <a:rect b="b" l="l" r="r" t="t"/>
                  <a:pathLst>
                    <a:path extrusionOk="0" h="54102" w="194818">
                      <a:moveTo>
                        <a:pt x="194818" y="53975"/>
                      </a:moveTo>
                      <a:lnTo>
                        <a:pt x="0" y="53975"/>
                      </a:lnTo>
                      <a:lnTo>
                        <a:pt x="0" y="52959"/>
                      </a:lnTo>
                      <a:lnTo>
                        <a:pt x="13081" y="35433"/>
                      </a:lnTo>
                      <a:lnTo>
                        <a:pt x="32131" y="18288"/>
                      </a:lnTo>
                      <a:lnTo>
                        <a:pt x="59182" y="5207"/>
                      </a:lnTo>
                      <a:lnTo>
                        <a:pt x="96139" y="0"/>
                      </a:lnTo>
                      <a:lnTo>
                        <a:pt x="144907" y="8763"/>
                      </a:lnTo>
                      <a:lnTo>
                        <a:pt x="183896" y="35306"/>
                      </a:lnTo>
                      <a:lnTo>
                        <a:pt x="194691" y="54102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2" name="Google Shape;462;p22"/>
                <p:cNvSpPr/>
                <p:nvPr/>
              </p:nvSpPr>
              <p:spPr>
                <a:xfrm>
                  <a:off x="172085" y="154813"/>
                  <a:ext cx="317119" cy="321056"/>
                </a:xfrm>
                <a:custGeom>
                  <a:rect b="b" l="l" r="r" t="t"/>
                  <a:pathLst>
                    <a:path extrusionOk="0" h="321056" w="317119">
                      <a:moveTo>
                        <a:pt x="106680" y="321056"/>
                      </a:moveTo>
                      <a:lnTo>
                        <a:pt x="0" y="321056"/>
                      </a:lnTo>
                      <a:lnTo>
                        <a:pt x="254" y="275082"/>
                      </a:lnTo>
                      <a:lnTo>
                        <a:pt x="635" y="171831"/>
                      </a:lnTo>
                      <a:lnTo>
                        <a:pt x="508" y="45466"/>
                      </a:lnTo>
                      <a:lnTo>
                        <a:pt x="127" y="0"/>
                      </a:lnTo>
                      <a:lnTo>
                        <a:pt x="106807" y="0"/>
                      </a:lnTo>
                      <a:lnTo>
                        <a:pt x="106807" y="45466"/>
                      </a:lnTo>
                      <a:lnTo>
                        <a:pt x="106426" y="46228"/>
                      </a:lnTo>
                      <a:lnTo>
                        <a:pt x="106172" y="46482"/>
                      </a:lnTo>
                      <a:lnTo>
                        <a:pt x="301498" y="46482"/>
                      </a:lnTo>
                      <a:lnTo>
                        <a:pt x="316484" y="72771"/>
                      </a:lnTo>
                      <a:lnTo>
                        <a:pt x="317119" y="76708"/>
                      </a:lnTo>
                      <a:lnTo>
                        <a:pt x="165100" y="76708"/>
                      </a:lnTo>
                      <a:lnTo>
                        <a:pt x="145161" y="80137"/>
                      </a:lnTo>
                      <a:lnTo>
                        <a:pt x="107442" y="122555"/>
                      </a:lnTo>
                      <a:lnTo>
                        <a:pt x="106680" y="132207"/>
                      </a:lnTo>
                      <a:lnTo>
                        <a:pt x="106680" y="321056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22"/>
                <p:cNvSpPr/>
                <p:nvPr/>
              </p:nvSpPr>
              <p:spPr>
                <a:xfrm>
                  <a:off x="337058" y="231394"/>
                  <a:ext cx="160782" cy="244475"/>
                </a:xfrm>
                <a:custGeom>
                  <a:rect b="b" l="l" r="r" t="t"/>
                  <a:pathLst>
                    <a:path extrusionOk="0" h="244475" w="160782">
                      <a:moveTo>
                        <a:pt x="160782" y="244475"/>
                      </a:moveTo>
                      <a:lnTo>
                        <a:pt x="54102" y="244475"/>
                      </a:lnTo>
                      <a:lnTo>
                        <a:pt x="54102" y="72771"/>
                      </a:lnTo>
                      <a:lnTo>
                        <a:pt x="51054" y="43180"/>
                      </a:lnTo>
                      <a:lnTo>
                        <a:pt x="41529" y="20193"/>
                      </a:lnTo>
                      <a:lnTo>
                        <a:pt x="24765" y="5334"/>
                      </a:lnTo>
                      <a:lnTo>
                        <a:pt x="0" y="0"/>
                      </a:lnTo>
                      <a:lnTo>
                        <a:pt x="152019" y="0"/>
                      </a:lnTo>
                      <a:lnTo>
                        <a:pt x="160782" y="60198"/>
                      </a:lnTo>
                      <a:lnTo>
                        <a:pt x="160782" y="244348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4" name="Google Shape;464;p22"/>
                <p:cNvSpPr/>
                <p:nvPr/>
              </p:nvSpPr>
              <p:spPr>
                <a:xfrm>
                  <a:off x="0" y="0"/>
                  <a:ext cx="120269" cy="110871"/>
                </a:xfrm>
                <a:custGeom>
                  <a:rect b="b" l="l" r="r" t="t"/>
                  <a:pathLst>
                    <a:path extrusionOk="0" h="110871" w="120269">
                      <a:moveTo>
                        <a:pt x="59817" y="110871"/>
                      </a:moveTo>
                      <a:lnTo>
                        <a:pt x="59055" y="110871"/>
                      </a:lnTo>
                      <a:lnTo>
                        <a:pt x="34671" y="106553"/>
                      </a:lnTo>
                      <a:lnTo>
                        <a:pt x="16129" y="94742"/>
                      </a:lnTo>
                      <a:lnTo>
                        <a:pt x="4191" y="77089"/>
                      </a:lnTo>
                      <a:lnTo>
                        <a:pt x="0" y="55372"/>
                      </a:lnTo>
                      <a:lnTo>
                        <a:pt x="4318" y="33528"/>
                      </a:lnTo>
                      <a:lnTo>
                        <a:pt x="16510" y="15875"/>
                      </a:lnTo>
                      <a:lnTo>
                        <a:pt x="35687" y="4191"/>
                      </a:lnTo>
                      <a:lnTo>
                        <a:pt x="60452" y="0"/>
                      </a:lnTo>
                      <a:lnTo>
                        <a:pt x="84963" y="4191"/>
                      </a:lnTo>
                      <a:lnTo>
                        <a:pt x="103632" y="15875"/>
                      </a:lnTo>
                      <a:lnTo>
                        <a:pt x="115570" y="33401"/>
                      </a:lnTo>
                      <a:lnTo>
                        <a:pt x="120269" y="55372"/>
                      </a:lnTo>
                      <a:lnTo>
                        <a:pt x="116078" y="77089"/>
                      </a:lnTo>
                      <a:lnTo>
                        <a:pt x="104013" y="94742"/>
                      </a:lnTo>
                      <a:lnTo>
                        <a:pt x="84963" y="106553"/>
                      </a:lnTo>
                      <a:lnTo>
                        <a:pt x="59817" y="110871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5" name="Google Shape;465;p22"/>
                <p:cNvSpPr/>
                <p:nvPr/>
              </p:nvSpPr>
              <p:spPr>
                <a:xfrm>
                  <a:off x="6350" y="154940"/>
                  <a:ext cx="106680" cy="320929"/>
                </a:xfrm>
                <a:custGeom>
                  <a:rect b="b" l="l" r="r" t="t"/>
                  <a:pathLst>
                    <a:path extrusionOk="0" h="320929" w="106680">
                      <a:moveTo>
                        <a:pt x="106680" y="320929"/>
                      </a:moveTo>
                      <a:lnTo>
                        <a:pt x="0" y="320929"/>
                      </a:lnTo>
                      <a:lnTo>
                        <a:pt x="0" y="0"/>
                      </a:lnTo>
                      <a:lnTo>
                        <a:pt x="106680" y="0"/>
                      </a:lnTo>
                      <a:lnTo>
                        <a:pt x="106680" y="320929"/>
                      </a:lnTo>
                      <a:close/>
                    </a:path>
                  </a:pathLst>
                </a:custGeom>
                <a:solidFill>
                  <a:srgbClr val="FA6D1D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000000"/>
                    </a:buClr>
                    <a:buSzPts val="1800"/>
                    <a:buFont typeface="Arial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6" name="Google Shape;466;p22"/>
            <p:cNvGrpSpPr/>
            <p:nvPr/>
          </p:nvGrpSpPr>
          <p:grpSpPr>
            <a:xfrm>
              <a:off x="2208101" y="5692898"/>
              <a:ext cx="515822" cy="515891"/>
              <a:chOff x="2275431" y="8517171"/>
              <a:chExt cx="714280" cy="714375"/>
            </a:xfrm>
          </p:grpSpPr>
          <p:sp>
            <p:nvSpPr>
              <p:cNvPr id="467" name="Google Shape;467;p22"/>
              <p:cNvSpPr/>
              <p:nvPr/>
            </p:nvSpPr>
            <p:spPr>
              <a:xfrm>
                <a:off x="2275431" y="8517171"/>
                <a:ext cx="714280" cy="714375"/>
              </a:xfrm>
              <a:custGeom>
                <a:rect b="b" l="l" r="r" t="t"/>
                <a:pathLst>
                  <a:path extrusionOk="0" h="952500" w="952373">
                    <a:moveTo>
                      <a:pt x="476250" y="952500"/>
                    </a:moveTo>
                    <a:lnTo>
                      <a:pt x="417957" y="948944"/>
                    </a:lnTo>
                    <a:lnTo>
                      <a:pt x="360553" y="938276"/>
                    </a:lnTo>
                    <a:lnTo>
                      <a:pt x="304800" y="920623"/>
                    </a:lnTo>
                    <a:lnTo>
                      <a:pt x="251714" y="896239"/>
                    </a:lnTo>
                    <a:lnTo>
                      <a:pt x="201930" y="865632"/>
                    </a:lnTo>
                    <a:lnTo>
                      <a:pt x="156337" y="829183"/>
                    </a:lnTo>
                    <a:lnTo>
                      <a:pt x="115570" y="787273"/>
                    </a:lnTo>
                    <a:lnTo>
                      <a:pt x="80264" y="740791"/>
                    </a:lnTo>
                    <a:lnTo>
                      <a:pt x="50800" y="690372"/>
                    </a:lnTo>
                    <a:lnTo>
                      <a:pt x="27813" y="636651"/>
                    </a:lnTo>
                    <a:lnTo>
                      <a:pt x="11557" y="580644"/>
                    </a:lnTo>
                    <a:lnTo>
                      <a:pt x="2286" y="522986"/>
                    </a:lnTo>
                    <a:lnTo>
                      <a:pt x="0" y="476250"/>
                    </a:lnTo>
                    <a:lnTo>
                      <a:pt x="127" y="464566"/>
                    </a:lnTo>
                    <a:lnTo>
                      <a:pt x="5207" y="406400"/>
                    </a:lnTo>
                    <a:lnTo>
                      <a:pt x="17272" y="349250"/>
                    </a:lnTo>
                    <a:lnTo>
                      <a:pt x="36322" y="294005"/>
                    </a:lnTo>
                    <a:lnTo>
                      <a:pt x="61976" y="241554"/>
                    </a:lnTo>
                    <a:lnTo>
                      <a:pt x="93853" y="192659"/>
                    </a:lnTo>
                    <a:lnTo>
                      <a:pt x="131445" y="147955"/>
                    </a:lnTo>
                    <a:lnTo>
                      <a:pt x="174244" y="108204"/>
                    </a:lnTo>
                    <a:lnTo>
                      <a:pt x="221615" y="74041"/>
                    </a:lnTo>
                    <a:lnTo>
                      <a:pt x="272669" y="45720"/>
                    </a:lnTo>
                    <a:lnTo>
                      <a:pt x="326898" y="24003"/>
                    </a:lnTo>
                    <a:lnTo>
                      <a:pt x="383286" y="9144"/>
                    </a:lnTo>
                    <a:lnTo>
                      <a:pt x="441198" y="1270"/>
                    </a:lnTo>
                    <a:lnTo>
                      <a:pt x="476250" y="0"/>
                    </a:lnTo>
                    <a:lnTo>
                      <a:pt x="487934" y="127"/>
                    </a:lnTo>
                    <a:lnTo>
                      <a:pt x="546100" y="5207"/>
                    </a:lnTo>
                    <a:lnTo>
                      <a:pt x="603250" y="17272"/>
                    </a:lnTo>
                    <a:lnTo>
                      <a:pt x="658495" y="36322"/>
                    </a:lnTo>
                    <a:lnTo>
                      <a:pt x="710946" y="61976"/>
                    </a:lnTo>
                    <a:lnTo>
                      <a:pt x="759841" y="93853"/>
                    </a:lnTo>
                    <a:lnTo>
                      <a:pt x="804545" y="131445"/>
                    </a:lnTo>
                    <a:lnTo>
                      <a:pt x="844296" y="174244"/>
                    </a:lnTo>
                    <a:lnTo>
                      <a:pt x="878459" y="221615"/>
                    </a:lnTo>
                    <a:lnTo>
                      <a:pt x="906653" y="272796"/>
                    </a:lnTo>
                    <a:lnTo>
                      <a:pt x="928370" y="327025"/>
                    </a:lnTo>
                    <a:lnTo>
                      <a:pt x="943229" y="383540"/>
                    </a:lnTo>
                    <a:lnTo>
                      <a:pt x="951103" y="441452"/>
                    </a:lnTo>
                    <a:lnTo>
                      <a:pt x="952373" y="476504"/>
                    </a:lnTo>
                    <a:lnTo>
                      <a:pt x="952246" y="488188"/>
                    </a:lnTo>
                    <a:lnTo>
                      <a:pt x="947293" y="546100"/>
                    </a:lnTo>
                    <a:lnTo>
                      <a:pt x="935228" y="603250"/>
                    </a:lnTo>
                    <a:lnTo>
                      <a:pt x="916178" y="658495"/>
                    </a:lnTo>
                    <a:lnTo>
                      <a:pt x="890524" y="710946"/>
                    </a:lnTo>
                    <a:lnTo>
                      <a:pt x="858647" y="759841"/>
                    </a:lnTo>
                    <a:lnTo>
                      <a:pt x="821055" y="804545"/>
                    </a:lnTo>
                    <a:lnTo>
                      <a:pt x="778256" y="844296"/>
                    </a:lnTo>
                    <a:lnTo>
                      <a:pt x="730885" y="878459"/>
                    </a:lnTo>
                    <a:lnTo>
                      <a:pt x="679704" y="906653"/>
                    </a:lnTo>
                    <a:lnTo>
                      <a:pt x="625475" y="928370"/>
                    </a:lnTo>
                    <a:lnTo>
                      <a:pt x="568960" y="943229"/>
                    </a:lnTo>
                    <a:lnTo>
                      <a:pt x="511048" y="951103"/>
                    </a:lnTo>
                    <a:lnTo>
                      <a:pt x="475996" y="95237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468" name="Google Shape;468;p2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376304" y="8620172"/>
                <a:ext cx="512536" cy="51253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</p:grpSp>
      <p:sp>
        <p:nvSpPr>
          <p:cNvPr id="469" name="Google Shape;469;p22"/>
          <p:cNvSpPr txBox="1"/>
          <p:nvPr/>
        </p:nvSpPr>
        <p:spPr>
          <a:xfrm>
            <a:off x="3192212" y="3052289"/>
            <a:ext cx="5807577" cy="89785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600"/>
              <a:buFont typeface="Calibri"/>
              <a:buNone/>
            </a:pPr>
            <a:r>
              <a:rPr b="1" i="0" lang="en-US" sz="66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0" name="Google Shape;470;p22"/>
          <p:cNvSpPr txBox="1"/>
          <p:nvPr/>
        </p:nvSpPr>
        <p:spPr>
          <a:xfrm>
            <a:off x="4038608" y="4496352"/>
            <a:ext cx="4261868" cy="422424"/>
          </a:xfrm>
          <a:prstGeom prst="rect">
            <a:avLst/>
          </a:prstGeom>
          <a:noFill/>
          <a:ln>
            <a:noFill/>
          </a:ln>
        </p:spPr>
        <p:txBody>
          <a:bodyPr anchorCtr="0" anchor="ctr" bIns="18825" lIns="18825" spcFirstLastPara="1" rIns="18825" wrap="square" tIns="18825">
            <a:norm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MUMBAI | GURUGRAM | KOLKATA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71" name="Google Shape;471;p22"/>
          <p:cNvCxnSpPr/>
          <p:nvPr/>
        </p:nvCxnSpPr>
        <p:spPr>
          <a:xfrm>
            <a:off x="4223323" y="4947711"/>
            <a:ext cx="4071071" cy="0"/>
          </a:xfrm>
          <a:prstGeom prst="straightConnector1">
            <a:avLst/>
          </a:prstGeom>
          <a:noFill/>
          <a:ln cap="flat" cmpd="sng" w="28575">
            <a:solidFill>
              <a:schemeClr val="lt1"/>
            </a:solidFill>
            <a:prstDash val="solid"/>
            <a:miter lim="400000"/>
            <a:headEnd len="sm" w="sm" type="none"/>
            <a:tailEnd len="sm" w="sm" type="none"/>
          </a:ln>
        </p:spPr>
      </p:cxnSp>
      <p:pic>
        <p:nvPicPr>
          <p:cNvPr id="472" name="Google Shape;472;p22"/>
          <p:cNvPicPr preferRelativeResize="0"/>
          <p:nvPr/>
        </p:nvPicPr>
        <p:blipFill rotWithShape="1">
          <a:blip r:embed="rId4">
            <a:alphaModFix/>
          </a:blip>
          <a:srcRect b="0" l="18556" r="18556" t="0"/>
          <a:stretch/>
        </p:blipFill>
        <p:spPr>
          <a:xfrm>
            <a:off x="5314310" y="1343926"/>
            <a:ext cx="1563380" cy="1372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Design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2024-07-11T08:45:02Z</dcterms:created>
  <dc:creator>Nitish Bhushan</dc:creator>
</cp:coreProperties>
</file>