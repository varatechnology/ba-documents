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3c3776b75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3c3776b75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Vara Trade Finance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TSL Trade Finance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Interface between Customer and Bank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/>
              <a:t>Transaction Creation (Customer ERP) → Approval mechanism and Bank Transaction (Through the Platform)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Exchange Messages between Customer and Bank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Communication Channels: Swift and Email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/>
              <a:t>Customer ERP (SAP) → Blockchain Platform →Approval Mechanism →Approved Transaction sent to Bank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400"/>
              <a:t>Bank Response →Platform nodes → Blockchain Platform → further workflow → Approval mechanism → Approved reply sent to bank</a:t>
            </a:r>
            <a:endParaRPr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