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9" r:id="rId4"/>
    <p:sldMasterId id="2147483680" r:id="rId5"/>
    <p:sldMasterId id="214748368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3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f763a99847_0_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g2f763a99847_0_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Change logo</a:t>
            </a:r>
            <a:endParaRPr/>
          </a:p>
        </p:txBody>
      </p:sp>
      <p:sp>
        <p:nvSpPr>
          <p:cNvPr id="193" name="Google Shape;193;g2f763a99847_0_8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f763a99847_0_2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2f763a99847_0_2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f763a99847_0_4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2f763a99847_0_4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f763a99847_0_5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2f763a99847_0_5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f763a99847_0_6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2f763a99847_0_6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2f763a99847_0_6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2f763a99847_0_6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f763a99847_0_7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2f763a99847_0_7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f763a99847_0_7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g2f763a99847_0_7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f763a99847_0_7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2f763a99847_0_7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f763a99847_0_7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g2f763a99847_0_7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f763a99847_0_7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g2f763a99847_0_7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f763a99847_0_7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g2f763a99847_0_7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2f763a99847_0_8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g2f763a99847_0_8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628650" y="1255075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" name="Google Shape;64;p14"/>
          <p:cNvSpPr txBox="1"/>
          <p:nvPr>
            <p:ph type="title"/>
          </p:nvPr>
        </p:nvSpPr>
        <p:spPr>
          <a:xfrm>
            <a:off x="628650" y="45245"/>
            <a:ext cx="78867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" name="Google Shape;71;p15"/>
          <p:cNvSpPr txBox="1"/>
          <p:nvPr>
            <p:ph type="title"/>
          </p:nvPr>
        </p:nvSpPr>
        <p:spPr>
          <a:xfrm>
            <a:off x="628650" y="45245"/>
            <a:ext cx="78867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75" name="Google Shape;75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1" name="Google Shape;81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6" name="Google Shape;86;p18"/>
          <p:cNvSpPr txBox="1"/>
          <p:nvPr>
            <p:ph idx="2" type="body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8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" name="Google Shape;92;p18"/>
          <p:cNvSpPr txBox="1"/>
          <p:nvPr>
            <p:ph type="title"/>
          </p:nvPr>
        </p:nvSpPr>
        <p:spPr>
          <a:xfrm>
            <a:off x="628650" y="45245"/>
            <a:ext cx="78867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1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1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9"/>
          <p:cNvSpPr txBox="1"/>
          <p:nvPr>
            <p:ph type="title"/>
          </p:nvPr>
        </p:nvSpPr>
        <p:spPr>
          <a:xfrm>
            <a:off x="628650" y="45245"/>
            <a:ext cx="78867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2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5" name="Google Shape;105;p21"/>
          <p:cNvSpPr txBox="1"/>
          <p:nvPr>
            <p:ph idx="2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6" name="Google Shape;106;p2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p2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3" name="Google Shape;113;p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p2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 type="obj">
  <p:cSld name="OBJEC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title"/>
          </p:nvPr>
        </p:nvSpPr>
        <p:spPr>
          <a:xfrm>
            <a:off x="628650" y="115598"/>
            <a:ext cx="78867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" type="body"/>
          </p:nvPr>
        </p:nvSpPr>
        <p:spPr>
          <a:xfrm>
            <a:off x="657223" y="1247965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9" name="Google Shape;119;p2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2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3" name="Google Shape;133;p25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34" name="Google Shape;134;p25"/>
          <p:cNvSpPr txBox="1"/>
          <p:nvPr>
            <p:ph idx="10" type="dt"/>
          </p:nvPr>
        </p:nvSpPr>
        <p:spPr>
          <a:xfrm>
            <a:off x="628650" y="4864136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dk1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5" name="Google Shape;135;p2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6" name="Google Shape;136;p25"/>
          <p:cNvSpPr txBox="1"/>
          <p:nvPr>
            <p:ph idx="12" type="sldNum"/>
          </p:nvPr>
        </p:nvSpPr>
        <p:spPr>
          <a:xfrm>
            <a:off x="6457950" y="4869656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>
            <p:ph type="title"/>
          </p:nvPr>
        </p:nvSpPr>
        <p:spPr>
          <a:xfrm>
            <a:off x="628650" y="115598"/>
            <a:ext cx="78867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9" name="Google Shape;139;p26"/>
          <p:cNvSpPr txBox="1"/>
          <p:nvPr>
            <p:ph idx="1" type="body"/>
          </p:nvPr>
        </p:nvSpPr>
        <p:spPr>
          <a:xfrm>
            <a:off x="657223" y="1247965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0" name="Google Shape;140;p2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1" name="Google Shape;141;p2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2" name="Google Shape;142;p2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/>
          <p:nvPr>
            <p:ph type="title"/>
          </p:nvPr>
        </p:nvSpPr>
        <p:spPr>
          <a:xfrm>
            <a:off x="628650" y="115598"/>
            <a:ext cx="78867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5" name="Google Shape;145;p27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6" name="Google Shape;146;p27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7" name="Google Shape;147;p2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8" name="Google Shape;148;p2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9" name="Google Shape;149;p2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 txBox="1"/>
          <p:nvPr>
            <p:ph type="title"/>
          </p:nvPr>
        </p:nvSpPr>
        <p:spPr>
          <a:xfrm>
            <a:off x="221633" y="205910"/>
            <a:ext cx="78882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4796"/>
              </a:buClr>
              <a:buSzPts val="2100"/>
              <a:buFont typeface="Calibri"/>
              <a:buNone/>
              <a:defRPr b="1" sz="2100">
                <a:solidFill>
                  <a:srgbClr val="26479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9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4" name="Google Shape;154;p29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5" name="Google Shape;155;p2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6" name="Google Shape;156;p2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7" name="Google Shape;157;p2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60" name="Google Shape;160;p30"/>
          <p:cNvSpPr txBox="1"/>
          <p:nvPr>
            <p:ph idx="2" type="body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1" name="Google Shape;161;p30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62" name="Google Shape;162;p30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3" name="Google Shape;163;p3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4" name="Google Shape;164;p3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5" name="Google Shape;165;p3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30"/>
          <p:cNvSpPr txBox="1"/>
          <p:nvPr>
            <p:ph type="title"/>
          </p:nvPr>
        </p:nvSpPr>
        <p:spPr>
          <a:xfrm>
            <a:off x="628650" y="45245"/>
            <a:ext cx="78867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9" name="Google Shape;169;p3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0" name="Google Shape;170;p3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1" name="Google Shape;171;p31"/>
          <p:cNvSpPr txBox="1"/>
          <p:nvPr>
            <p:ph type="title"/>
          </p:nvPr>
        </p:nvSpPr>
        <p:spPr>
          <a:xfrm>
            <a:off x="628650" y="45245"/>
            <a:ext cx="78867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4" name="Google Shape;174;p3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5" name="Google Shape;175;p3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3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8" name="Google Shape;178;p33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79" name="Google Shape;179;p33"/>
          <p:cNvSpPr txBox="1"/>
          <p:nvPr>
            <p:ph idx="2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80" name="Google Shape;180;p3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1" name="Google Shape;181;p3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2" name="Google Shape;182;p3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4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5" name="Google Shape;185;p34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86" name="Google Shape;186;p34"/>
          <p:cNvSpPr txBox="1"/>
          <p:nvPr>
            <p:ph idx="1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87" name="Google Shape;187;p3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8" name="Google Shape;188;p3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9" name="Google Shape;189;p3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theme" Target="../theme/theme4.xml"/><Relationship Id="rId10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5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628650" y="1255075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13"/>
          <p:cNvSpPr/>
          <p:nvPr/>
        </p:nvSpPr>
        <p:spPr>
          <a:xfrm>
            <a:off x="0" y="4817638"/>
            <a:ext cx="4600500" cy="325800"/>
          </a:xfrm>
          <a:prstGeom prst="rect">
            <a:avLst/>
          </a:prstGeom>
          <a:solidFill>
            <a:srgbClr val="26479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3"/>
          <p:cNvSpPr/>
          <p:nvPr/>
        </p:nvSpPr>
        <p:spPr>
          <a:xfrm>
            <a:off x="4600573" y="4817638"/>
            <a:ext cx="4543500" cy="325800"/>
          </a:xfrm>
          <a:prstGeom prst="rect">
            <a:avLst/>
          </a:prstGeom>
          <a:solidFill>
            <a:srgbClr val="264796">
              <a:alpha val="3765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3"/>
          <p:cNvSpPr/>
          <p:nvPr/>
        </p:nvSpPr>
        <p:spPr>
          <a:xfrm>
            <a:off x="117185" y="-2184"/>
            <a:ext cx="353878" cy="641489"/>
          </a:xfrm>
          <a:prstGeom prst="flowChartOffpageConnector">
            <a:avLst/>
          </a:prstGeom>
          <a:solidFill>
            <a:srgbClr val="F6821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3"/>
          <p:cNvSpPr txBox="1"/>
          <p:nvPr>
            <p:ph idx="10" type="dt"/>
          </p:nvPr>
        </p:nvSpPr>
        <p:spPr>
          <a:xfrm>
            <a:off x="628650" y="484584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13"/>
          <p:cNvSpPr txBox="1"/>
          <p:nvPr>
            <p:ph idx="11" type="ftr"/>
          </p:nvPr>
        </p:nvSpPr>
        <p:spPr>
          <a:xfrm>
            <a:off x="3028950" y="484584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6457950" y="484584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1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1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1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1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1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1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1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1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" name="Google Shape;58;p13"/>
          <p:cNvSpPr txBox="1"/>
          <p:nvPr>
            <p:ph type="title"/>
          </p:nvPr>
        </p:nvSpPr>
        <p:spPr>
          <a:xfrm>
            <a:off x="628650" y="104777"/>
            <a:ext cx="78867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b="1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type="title"/>
          </p:nvPr>
        </p:nvSpPr>
        <p:spPr>
          <a:xfrm>
            <a:off x="628650" y="115598"/>
            <a:ext cx="78867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24" name="Google Shape;124;p24"/>
          <p:cNvSpPr txBox="1"/>
          <p:nvPr>
            <p:ph idx="1" type="body"/>
          </p:nvPr>
        </p:nvSpPr>
        <p:spPr>
          <a:xfrm>
            <a:off x="657223" y="1247965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5" name="Google Shape;125;p24"/>
          <p:cNvSpPr/>
          <p:nvPr/>
        </p:nvSpPr>
        <p:spPr>
          <a:xfrm>
            <a:off x="0" y="4817638"/>
            <a:ext cx="4600500" cy="325800"/>
          </a:xfrm>
          <a:prstGeom prst="rect">
            <a:avLst/>
          </a:prstGeom>
          <a:solidFill>
            <a:srgbClr val="F6821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4"/>
          <p:cNvSpPr/>
          <p:nvPr/>
        </p:nvSpPr>
        <p:spPr>
          <a:xfrm>
            <a:off x="4600573" y="4817638"/>
            <a:ext cx="4543500" cy="325800"/>
          </a:xfrm>
          <a:prstGeom prst="rect">
            <a:avLst/>
          </a:prstGeom>
          <a:solidFill>
            <a:srgbClr val="F6821C">
              <a:alpha val="3765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4"/>
          <p:cNvSpPr/>
          <p:nvPr/>
        </p:nvSpPr>
        <p:spPr>
          <a:xfrm>
            <a:off x="117185" y="-2184"/>
            <a:ext cx="353878" cy="641489"/>
          </a:xfrm>
          <a:prstGeom prst="flowChartOffpageConnector">
            <a:avLst/>
          </a:prstGeom>
          <a:solidFill>
            <a:srgbClr val="213D8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4"/>
          <p:cNvSpPr txBox="1"/>
          <p:nvPr>
            <p:ph idx="10" type="dt"/>
          </p:nvPr>
        </p:nvSpPr>
        <p:spPr>
          <a:xfrm>
            <a:off x="628650" y="484584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p24"/>
          <p:cNvSpPr txBox="1"/>
          <p:nvPr>
            <p:ph idx="11" type="ftr"/>
          </p:nvPr>
        </p:nvSpPr>
        <p:spPr>
          <a:xfrm>
            <a:off x="3028950" y="484584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0" name="Google Shape;130;p24"/>
          <p:cNvSpPr txBox="1"/>
          <p:nvPr>
            <p:ph idx="12" type="sldNum"/>
          </p:nvPr>
        </p:nvSpPr>
        <p:spPr>
          <a:xfrm>
            <a:off x="6457950" y="484584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eamless pattern of isometric pentagons and network hub icons" id="195" name="Google Shape;19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93431" y="0"/>
            <a:ext cx="4573228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35"/>
          <p:cNvPicPr preferRelativeResize="0"/>
          <p:nvPr/>
        </p:nvPicPr>
        <p:blipFill rotWithShape="1">
          <a:blip r:embed="rId4">
            <a:alphaModFix/>
          </a:blip>
          <a:srcRect b="0" l="18558" r="18552" t="0"/>
          <a:stretch/>
        </p:blipFill>
        <p:spPr>
          <a:xfrm>
            <a:off x="364400" y="842963"/>
            <a:ext cx="1008630" cy="885328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35"/>
          <p:cNvSpPr txBox="1"/>
          <p:nvPr/>
        </p:nvSpPr>
        <p:spPr>
          <a:xfrm>
            <a:off x="552892" y="2571155"/>
            <a:ext cx="3524700" cy="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0" spcFirstLastPara="1" rIns="0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6464"/>
              </a:buClr>
              <a:buSzPts val="1100"/>
              <a:buFont typeface="Calibri"/>
              <a:buNone/>
            </a:pPr>
            <a:r>
              <a:rPr lang="en" sz="2100">
                <a:solidFill>
                  <a:srgbClr val="213D83"/>
                </a:solidFill>
                <a:latin typeface="Calibri"/>
                <a:ea typeface="Calibri"/>
                <a:cs typeface="Calibri"/>
                <a:sym typeface="Calibri"/>
              </a:rPr>
              <a:t>Fake TC Prevention Solution</a:t>
            </a:r>
            <a:endParaRPr sz="1100"/>
          </a:p>
        </p:txBody>
      </p:sp>
      <p:sp>
        <p:nvSpPr>
          <p:cNvPr id="198" name="Google Shape;198;p35"/>
          <p:cNvSpPr txBox="1"/>
          <p:nvPr/>
        </p:nvSpPr>
        <p:spPr>
          <a:xfrm>
            <a:off x="423172" y="1898361"/>
            <a:ext cx="4573200" cy="67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3D83"/>
              </a:buClr>
              <a:buSzPts val="4500"/>
              <a:buFont typeface="Calibri"/>
              <a:buNone/>
            </a:pPr>
            <a:r>
              <a:rPr b="1" lang="en" sz="4500">
                <a:solidFill>
                  <a:srgbClr val="213D83"/>
                </a:solidFill>
                <a:latin typeface="Calibri"/>
                <a:ea typeface="Calibri"/>
                <a:cs typeface="Calibri"/>
                <a:sym typeface="Calibri"/>
              </a:rPr>
              <a:t>TubeNxt</a:t>
            </a:r>
            <a:endParaRPr sz="1100"/>
          </a:p>
        </p:txBody>
      </p:sp>
      <p:sp>
        <p:nvSpPr>
          <p:cNvPr id="199" name="Google Shape;199;p35"/>
          <p:cNvSpPr/>
          <p:nvPr/>
        </p:nvSpPr>
        <p:spPr>
          <a:xfrm>
            <a:off x="4200872" y="898364"/>
            <a:ext cx="795600" cy="685800"/>
          </a:xfrm>
          <a:prstGeom prst="triangle">
            <a:avLst>
              <a:gd fmla="val 50000" name="adj"/>
            </a:avLst>
          </a:prstGeom>
          <a:solidFill>
            <a:srgbClr val="213D8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35"/>
          <p:cNvSpPr/>
          <p:nvPr/>
        </p:nvSpPr>
        <p:spPr>
          <a:xfrm rot="10800000">
            <a:off x="4077488" y="-136"/>
            <a:ext cx="1042200" cy="898500"/>
          </a:xfrm>
          <a:prstGeom prst="triangle">
            <a:avLst>
              <a:gd fmla="val 50000" name="adj"/>
            </a:avLst>
          </a:prstGeom>
          <a:solidFill>
            <a:srgbClr val="F6821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35"/>
          <p:cNvSpPr/>
          <p:nvPr/>
        </p:nvSpPr>
        <p:spPr>
          <a:xfrm rot="-5400000">
            <a:off x="-1499138" y="2570193"/>
            <a:ext cx="3553778" cy="33115"/>
          </a:xfrm>
          <a:custGeom>
            <a:rect b="b" l="l" r="r" t="t"/>
            <a:pathLst>
              <a:path extrusionOk="0" h="88900" w="11557000">
                <a:moveTo>
                  <a:pt x="11557000" y="0"/>
                </a:moveTo>
                <a:lnTo>
                  <a:pt x="0" y="0"/>
                </a:lnTo>
                <a:lnTo>
                  <a:pt x="0" y="88900"/>
                </a:lnTo>
                <a:lnTo>
                  <a:pt x="11557000" y="88900"/>
                </a:lnTo>
                <a:lnTo>
                  <a:pt x="11557000" y="0"/>
                </a:lnTo>
                <a:close/>
              </a:path>
            </a:pathLst>
          </a:custGeom>
          <a:solidFill>
            <a:srgbClr val="F6821C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35"/>
          <p:cNvSpPr/>
          <p:nvPr/>
        </p:nvSpPr>
        <p:spPr>
          <a:xfrm rot="-5400000">
            <a:off x="-473453" y="2574519"/>
            <a:ext cx="1502410" cy="33115"/>
          </a:xfrm>
          <a:custGeom>
            <a:rect b="b" l="l" r="r" t="t"/>
            <a:pathLst>
              <a:path extrusionOk="0" h="88900" w="11557000">
                <a:moveTo>
                  <a:pt x="11557000" y="0"/>
                </a:moveTo>
                <a:lnTo>
                  <a:pt x="0" y="0"/>
                </a:lnTo>
                <a:lnTo>
                  <a:pt x="0" y="88900"/>
                </a:lnTo>
                <a:lnTo>
                  <a:pt x="11557000" y="88900"/>
                </a:lnTo>
                <a:lnTo>
                  <a:pt x="11557000" y="0"/>
                </a:lnTo>
                <a:close/>
              </a:path>
            </a:pathLst>
          </a:custGeom>
          <a:solidFill>
            <a:srgbClr val="213D83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35"/>
          <p:cNvSpPr/>
          <p:nvPr/>
        </p:nvSpPr>
        <p:spPr>
          <a:xfrm>
            <a:off x="4593431" y="4817638"/>
            <a:ext cx="4573200" cy="325800"/>
          </a:xfrm>
          <a:prstGeom prst="rect">
            <a:avLst/>
          </a:prstGeom>
          <a:solidFill>
            <a:srgbClr val="F6821C">
              <a:alpha val="3765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6"/>
          <p:cNvSpPr txBox="1"/>
          <p:nvPr>
            <p:ph type="title"/>
          </p:nvPr>
        </p:nvSpPr>
        <p:spPr>
          <a:xfrm>
            <a:off x="628650" y="102394"/>
            <a:ext cx="78867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"/>
              <a:t>As-Is Process</a:t>
            </a:r>
            <a:endParaRPr/>
          </a:p>
        </p:txBody>
      </p:sp>
      <p:sp>
        <p:nvSpPr>
          <p:cNvPr id="209" name="Google Shape;209;p36"/>
          <p:cNvSpPr txBox="1"/>
          <p:nvPr>
            <p:ph idx="12" type="sldNum"/>
          </p:nvPr>
        </p:nvSpPr>
        <p:spPr>
          <a:xfrm>
            <a:off x="4843463" y="3575447"/>
            <a:ext cx="15432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0" name="Google Shape;210;p36"/>
          <p:cNvSpPr/>
          <p:nvPr/>
        </p:nvSpPr>
        <p:spPr>
          <a:xfrm>
            <a:off x="672967" y="921895"/>
            <a:ext cx="3452400" cy="3651600"/>
          </a:xfrm>
          <a:prstGeom prst="roundRect">
            <a:avLst>
              <a:gd fmla="val 16667" name="adj"/>
            </a:avLst>
          </a:prstGeom>
          <a:solidFill>
            <a:srgbClr val="264796"/>
          </a:solidFill>
          <a:ln cap="flat" cmpd="sng" w="38100">
            <a:solidFill>
              <a:srgbClr val="2647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6"/>
          <p:cNvSpPr txBox="1"/>
          <p:nvPr/>
        </p:nvSpPr>
        <p:spPr>
          <a:xfrm>
            <a:off x="843575" y="1358550"/>
            <a:ext cx="3123900" cy="22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Distributor places a purchase order to the manufacturer</a:t>
            </a:r>
            <a:endParaRPr sz="1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Manufacturer process the order</a:t>
            </a:r>
            <a:endParaRPr sz="1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Manufacturer send the Goods and Physical copy of the TC to the Distributor</a:t>
            </a:r>
            <a:endParaRPr sz="1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Distributor sells the goods along with PhotoStated copy of the Original TC</a:t>
            </a:r>
            <a:endParaRPr sz="1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2" name="Google Shape;21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4275" y="169825"/>
            <a:ext cx="3278000" cy="433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7"/>
          <p:cNvSpPr txBox="1"/>
          <p:nvPr>
            <p:ph type="title"/>
          </p:nvPr>
        </p:nvSpPr>
        <p:spPr>
          <a:xfrm>
            <a:off x="628650" y="147735"/>
            <a:ext cx="78867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"/>
              <a:t>Shortcomings of As-Is Process</a:t>
            </a:r>
            <a:endParaRPr/>
          </a:p>
        </p:txBody>
      </p:sp>
      <p:sp>
        <p:nvSpPr>
          <p:cNvPr id="218" name="Google Shape;218;p3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9" name="Google Shape;219;p37"/>
          <p:cNvSpPr/>
          <p:nvPr/>
        </p:nvSpPr>
        <p:spPr>
          <a:xfrm>
            <a:off x="4827739" y="911380"/>
            <a:ext cx="3452400" cy="3651600"/>
          </a:xfrm>
          <a:prstGeom prst="roundRect">
            <a:avLst>
              <a:gd fmla="val 16667" name="adj"/>
            </a:avLst>
          </a:prstGeom>
          <a:solidFill>
            <a:srgbClr val="F6821C"/>
          </a:solidFill>
          <a:ln cap="flat" cmpd="sng" w="38100">
            <a:solidFill>
              <a:srgbClr val="F6821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37"/>
          <p:cNvSpPr txBox="1"/>
          <p:nvPr/>
        </p:nvSpPr>
        <p:spPr>
          <a:xfrm>
            <a:off x="5081819" y="1182606"/>
            <a:ext cx="2721300" cy="25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1. There are no visibility after shipment of the goods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2. Chances to use the brand image along with using Counterfeit TC and Goods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3. Thread on brand image reputation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4. Revenue loss due to misuse of brand image and fulfilling the demand with fake products</a:t>
            </a:r>
            <a:endParaRPr sz="11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1" name="Google Shape;22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6175" y="1054835"/>
            <a:ext cx="1628775" cy="3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8"/>
          <p:cNvSpPr txBox="1"/>
          <p:nvPr>
            <p:ph type="title"/>
          </p:nvPr>
        </p:nvSpPr>
        <p:spPr>
          <a:xfrm>
            <a:off x="628650" y="133723"/>
            <a:ext cx="78867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"/>
              <a:t>Solution to Current Problems</a:t>
            </a:r>
            <a:endParaRPr/>
          </a:p>
        </p:txBody>
      </p:sp>
      <p:sp>
        <p:nvSpPr>
          <p:cNvPr id="227" name="Google Shape;227;p3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8" name="Google Shape;228;p38"/>
          <p:cNvSpPr/>
          <p:nvPr/>
        </p:nvSpPr>
        <p:spPr>
          <a:xfrm>
            <a:off x="583679" y="955623"/>
            <a:ext cx="2418000" cy="1731300"/>
          </a:xfrm>
          <a:prstGeom prst="roundRect">
            <a:avLst>
              <a:gd fmla="val 16667" name="adj"/>
            </a:avLst>
          </a:prstGeom>
          <a:solidFill>
            <a:srgbClr val="264796"/>
          </a:solidFill>
          <a:ln cap="flat" cmpd="sng" w="38100">
            <a:solidFill>
              <a:srgbClr val="2647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38"/>
          <p:cNvSpPr/>
          <p:nvPr/>
        </p:nvSpPr>
        <p:spPr>
          <a:xfrm>
            <a:off x="3362949" y="955623"/>
            <a:ext cx="2418000" cy="1731300"/>
          </a:xfrm>
          <a:prstGeom prst="roundRect">
            <a:avLst>
              <a:gd fmla="val 16667" name="adj"/>
            </a:avLst>
          </a:prstGeom>
          <a:solidFill>
            <a:srgbClr val="264796"/>
          </a:solidFill>
          <a:ln cap="flat" cmpd="sng" w="38100">
            <a:solidFill>
              <a:srgbClr val="2647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38"/>
          <p:cNvSpPr txBox="1"/>
          <p:nvPr/>
        </p:nvSpPr>
        <p:spPr>
          <a:xfrm>
            <a:off x="3605135" y="1166000"/>
            <a:ext cx="1933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Digital Signature</a:t>
            </a:r>
            <a:endParaRPr sz="1100"/>
          </a:p>
        </p:txBody>
      </p:sp>
      <p:sp>
        <p:nvSpPr>
          <p:cNvPr id="231" name="Google Shape;231;p38"/>
          <p:cNvSpPr txBox="1"/>
          <p:nvPr/>
        </p:nvSpPr>
        <p:spPr>
          <a:xfrm>
            <a:off x="841088" y="1159760"/>
            <a:ext cx="1933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Digitize TC Issuance</a:t>
            </a:r>
            <a:endParaRPr sz="1100"/>
          </a:p>
        </p:txBody>
      </p:sp>
      <p:sp>
        <p:nvSpPr>
          <p:cNvPr id="232" name="Google Shape;232;p38"/>
          <p:cNvSpPr txBox="1"/>
          <p:nvPr/>
        </p:nvSpPr>
        <p:spPr>
          <a:xfrm>
            <a:off x="779957" y="1530836"/>
            <a:ext cx="19062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Digitization of TC Issuance makes it more faster and reliable</a:t>
            </a:r>
            <a:endParaRPr sz="1100"/>
          </a:p>
        </p:txBody>
      </p:sp>
      <p:sp>
        <p:nvSpPr>
          <p:cNvPr id="233" name="Google Shape;233;p38"/>
          <p:cNvSpPr txBox="1"/>
          <p:nvPr/>
        </p:nvSpPr>
        <p:spPr>
          <a:xfrm>
            <a:off x="3605135" y="1540239"/>
            <a:ext cx="19062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Digital signatures on TCs can be used to validate the authenticity of the TC and invalidating physical copy of the TC</a:t>
            </a:r>
            <a:endParaRPr sz="1100"/>
          </a:p>
        </p:txBody>
      </p:sp>
      <p:sp>
        <p:nvSpPr>
          <p:cNvPr id="234" name="Google Shape;234;p38"/>
          <p:cNvSpPr/>
          <p:nvPr/>
        </p:nvSpPr>
        <p:spPr>
          <a:xfrm>
            <a:off x="583679" y="2889881"/>
            <a:ext cx="2418000" cy="1731300"/>
          </a:xfrm>
          <a:prstGeom prst="roundRect">
            <a:avLst>
              <a:gd fmla="val 16667" name="adj"/>
            </a:avLst>
          </a:prstGeom>
          <a:solidFill>
            <a:srgbClr val="264796"/>
          </a:solidFill>
          <a:ln cap="flat" cmpd="sng" w="38100">
            <a:solidFill>
              <a:srgbClr val="2647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38"/>
          <p:cNvSpPr/>
          <p:nvPr/>
        </p:nvSpPr>
        <p:spPr>
          <a:xfrm>
            <a:off x="3362949" y="2889881"/>
            <a:ext cx="2418000" cy="1731300"/>
          </a:xfrm>
          <a:prstGeom prst="roundRect">
            <a:avLst>
              <a:gd fmla="val 16667" name="adj"/>
            </a:avLst>
          </a:prstGeom>
          <a:solidFill>
            <a:srgbClr val="264796"/>
          </a:solidFill>
          <a:ln cap="flat" cmpd="sng" w="38100">
            <a:solidFill>
              <a:srgbClr val="2647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38"/>
          <p:cNvSpPr txBox="1"/>
          <p:nvPr/>
        </p:nvSpPr>
        <p:spPr>
          <a:xfrm>
            <a:off x="3605135" y="3100257"/>
            <a:ext cx="1933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 Integrity</a:t>
            </a:r>
            <a:endParaRPr sz="1100"/>
          </a:p>
        </p:txBody>
      </p:sp>
      <p:sp>
        <p:nvSpPr>
          <p:cNvPr id="237" name="Google Shape;237;p38"/>
          <p:cNvSpPr txBox="1"/>
          <p:nvPr/>
        </p:nvSpPr>
        <p:spPr>
          <a:xfrm>
            <a:off x="841088" y="3094018"/>
            <a:ext cx="1933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Transparency</a:t>
            </a:r>
            <a:endParaRPr sz="1100"/>
          </a:p>
        </p:txBody>
      </p:sp>
      <p:sp>
        <p:nvSpPr>
          <p:cNvPr id="238" name="Google Shape;238;p38"/>
          <p:cNvSpPr txBox="1"/>
          <p:nvPr/>
        </p:nvSpPr>
        <p:spPr>
          <a:xfrm>
            <a:off x="779957" y="3465094"/>
            <a:ext cx="19062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Transactions of a TC need to be transparent to the Customers and Consumers</a:t>
            </a:r>
            <a:endParaRPr sz="1100"/>
          </a:p>
        </p:txBody>
      </p:sp>
      <p:sp>
        <p:nvSpPr>
          <p:cNvPr id="239" name="Google Shape;239;p38"/>
          <p:cNvSpPr txBox="1"/>
          <p:nvPr/>
        </p:nvSpPr>
        <p:spPr>
          <a:xfrm>
            <a:off x="3605135" y="3474496"/>
            <a:ext cx="1906200" cy="7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TC data needs to be tamper proof to maintain the reliability, trustworthiness and the brand image</a:t>
            </a:r>
            <a:endParaRPr sz="1100"/>
          </a:p>
        </p:txBody>
      </p:sp>
      <p:pic>
        <p:nvPicPr>
          <p:cNvPr id="240" name="Google Shape;24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5500" y="1530825"/>
            <a:ext cx="1745556" cy="298352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8"/>
          <p:cNvSpPr txBox="1"/>
          <p:nvPr>
            <p:ph type="title"/>
          </p:nvPr>
        </p:nvSpPr>
        <p:spPr>
          <a:xfrm>
            <a:off x="6170033" y="954225"/>
            <a:ext cx="24927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" sz="1600"/>
              <a:t>Core Features of Blockchain</a:t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9"/>
          <p:cNvSpPr txBox="1"/>
          <p:nvPr>
            <p:ph type="title"/>
          </p:nvPr>
        </p:nvSpPr>
        <p:spPr>
          <a:xfrm>
            <a:off x="628650" y="133723"/>
            <a:ext cx="78867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"/>
              <a:t>Digital TC Issuance Process</a:t>
            </a:r>
            <a:endParaRPr/>
          </a:p>
        </p:txBody>
      </p:sp>
      <p:sp>
        <p:nvSpPr>
          <p:cNvPr id="247" name="Google Shape;247;p3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8" name="Google Shape;248;p39"/>
          <p:cNvSpPr txBox="1"/>
          <p:nvPr/>
        </p:nvSpPr>
        <p:spPr>
          <a:xfrm>
            <a:off x="3605135" y="1166000"/>
            <a:ext cx="1933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Digital Signature</a:t>
            </a:r>
            <a:endParaRPr sz="1100"/>
          </a:p>
        </p:txBody>
      </p:sp>
      <p:sp>
        <p:nvSpPr>
          <p:cNvPr id="249" name="Google Shape;249;p39"/>
          <p:cNvSpPr txBox="1"/>
          <p:nvPr/>
        </p:nvSpPr>
        <p:spPr>
          <a:xfrm>
            <a:off x="841088" y="1159760"/>
            <a:ext cx="1933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Digitize TC Issuance</a:t>
            </a:r>
            <a:endParaRPr sz="1100"/>
          </a:p>
        </p:txBody>
      </p:sp>
      <p:sp>
        <p:nvSpPr>
          <p:cNvPr id="250" name="Google Shape;250;p39"/>
          <p:cNvSpPr txBox="1"/>
          <p:nvPr/>
        </p:nvSpPr>
        <p:spPr>
          <a:xfrm>
            <a:off x="779957" y="1530836"/>
            <a:ext cx="19062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Digitization of TC Issuance makes it more faster and reliable</a:t>
            </a:r>
            <a:endParaRPr sz="1100"/>
          </a:p>
        </p:txBody>
      </p:sp>
      <p:sp>
        <p:nvSpPr>
          <p:cNvPr id="251" name="Google Shape;251;p39"/>
          <p:cNvSpPr txBox="1"/>
          <p:nvPr/>
        </p:nvSpPr>
        <p:spPr>
          <a:xfrm>
            <a:off x="3605135" y="1540239"/>
            <a:ext cx="19062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Digital signatures on TCs can be used to validate the authenticity of the TC and invalidating physical copy of the TC</a:t>
            </a:r>
            <a:endParaRPr sz="1100"/>
          </a:p>
        </p:txBody>
      </p:sp>
      <p:pic>
        <p:nvPicPr>
          <p:cNvPr id="252" name="Google Shape;252;p39"/>
          <p:cNvPicPr preferRelativeResize="0"/>
          <p:nvPr/>
        </p:nvPicPr>
        <p:blipFill rotWithShape="1">
          <a:blip r:embed="rId3">
            <a:alphaModFix/>
          </a:blip>
          <a:srcRect b="0" l="1728" r="1728" t="0"/>
          <a:stretch/>
        </p:blipFill>
        <p:spPr>
          <a:xfrm>
            <a:off x="1157900" y="1568589"/>
            <a:ext cx="6800655" cy="2006323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39"/>
          <p:cNvSpPr txBox="1"/>
          <p:nvPr/>
        </p:nvSpPr>
        <p:spPr>
          <a:xfrm>
            <a:off x="1157892" y="3823851"/>
            <a:ext cx="41028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*  Digitally signed Test Certificates can be viewed from the platform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*  Digitally signed Test Certificates can be sent over email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0"/>
          <p:cNvSpPr txBox="1"/>
          <p:nvPr>
            <p:ph type="title"/>
          </p:nvPr>
        </p:nvSpPr>
        <p:spPr>
          <a:xfrm>
            <a:off x="628650" y="133723"/>
            <a:ext cx="78867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"/>
              <a:t>View Digital TC - Step 1</a:t>
            </a:r>
            <a:endParaRPr/>
          </a:p>
        </p:txBody>
      </p:sp>
      <p:sp>
        <p:nvSpPr>
          <p:cNvPr id="259" name="Google Shape;259;p4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0" name="Google Shape;260;p40"/>
          <p:cNvSpPr txBox="1"/>
          <p:nvPr/>
        </p:nvSpPr>
        <p:spPr>
          <a:xfrm>
            <a:off x="3605135" y="1166000"/>
            <a:ext cx="1933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Digital Signature</a:t>
            </a:r>
            <a:endParaRPr sz="1100"/>
          </a:p>
        </p:txBody>
      </p:sp>
      <p:sp>
        <p:nvSpPr>
          <p:cNvPr id="261" name="Google Shape;261;p40"/>
          <p:cNvSpPr txBox="1"/>
          <p:nvPr/>
        </p:nvSpPr>
        <p:spPr>
          <a:xfrm>
            <a:off x="841088" y="1159760"/>
            <a:ext cx="1933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Digitize TC Issuance</a:t>
            </a:r>
            <a:endParaRPr sz="1100"/>
          </a:p>
        </p:txBody>
      </p:sp>
      <p:sp>
        <p:nvSpPr>
          <p:cNvPr id="262" name="Google Shape;262;p40"/>
          <p:cNvSpPr txBox="1"/>
          <p:nvPr/>
        </p:nvSpPr>
        <p:spPr>
          <a:xfrm>
            <a:off x="779957" y="1530836"/>
            <a:ext cx="19062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Digitization of TC Issuance makes it more faster and reliable</a:t>
            </a:r>
            <a:endParaRPr sz="1100"/>
          </a:p>
        </p:txBody>
      </p:sp>
      <p:sp>
        <p:nvSpPr>
          <p:cNvPr id="263" name="Google Shape;263;p40"/>
          <p:cNvSpPr txBox="1"/>
          <p:nvPr/>
        </p:nvSpPr>
        <p:spPr>
          <a:xfrm>
            <a:off x="3605135" y="1540239"/>
            <a:ext cx="19062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Digital signatures on TCs can be used to validate the authenticity of the TC and invalidating physical copy of the TC</a:t>
            </a:r>
            <a:endParaRPr sz="1100"/>
          </a:p>
        </p:txBody>
      </p:sp>
      <p:pic>
        <p:nvPicPr>
          <p:cNvPr id="264" name="Google Shape;26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425" y="733059"/>
            <a:ext cx="8089200" cy="4041525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40"/>
          <p:cNvSpPr/>
          <p:nvPr/>
        </p:nvSpPr>
        <p:spPr>
          <a:xfrm>
            <a:off x="7954025" y="1887000"/>
            <a:ext cx="357600" cy="157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1"/>
          <p:cNvSpPr txBox="1"/>
          <p:nvPr>
            <p:ph type="title"/>
          </p:nvPr>
        </p:nvSpPr>
        <p:spPr>
          <a:xfrm>
            <a:off x="628650" y="133723"/>
            <a:ext cx="78867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"/>
              <a:t>View Digital TC - Step 2</a:t>
            </a:r>
            <a:endParaRPr/>
          </a:p>
        </p:txBody>
      </p:sp>
      <p:sp>
        <p:nvSpPr>
          <p:cNvPr id="271" name="Google Shape;271;p4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2" name="Google Shape;272;p41"/>
          <p:cNvSpPr txBox="1"/>
          <p:nvPr/>
        </p:nvSpPr>
        <p:spPr>
          <a:xfrm>
            <a:off x="3605135" y="1166000"/>
            <a:ext cx="1933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Digital Signature</a:t>
            </a:r>
            <a:endParaRPr sz="1100"/>
          </a:p>
        </p:txBody>
      </p:sp>
      <p:sp>
        <p:nvSpPr>
          <p:cNvPr id="273" name="Google Shape;273;p41"/>
          <p:cNvSpPr txBox="1"/>
          <p:nvPr/>
        </p:nvSpPr>
        <p:spPr>
          <a:xfrm>
            <a:off x="841088" y="1159760"/>
            <a:ext cx="1933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Digitize TC Issuance</a:t>
            </a:r>
            <a:endParaRPr sz="1100"/>
          </a:p>
        </p:txBody>
      </p:sp>
      <p:sp>
        <p:nvSpPr>
          <p:cNvPr id="274" name="Google Shape;274;p41"/>
          <p:cNvSpPr txBox="1"/>
          <p:nvPr/>
        </p:nvSpPr>
        <p:spPr>
          <a:xfrm>
            <a:off x="779957" y="1530836"/>
            <a:ext cx="19062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Digitization of TC Issuance makes it more faster and reliable</a:t>
            </a:r>
            <a:endParaRPr sz="1100"/>
          </a:p>
        </p:txBody>
      </p:sp>
      <p:sp>
        <p:nvSpPr>
          <p:cNvPr id="275" name="Google Shape;275;p41"/>
          <p:cNvSpPr txBox="1"/>
          <p:nvPr/>
        </p:nvSpPr>
        <p:spPr>
          <a:xfrm>
            <a:off x="3605135" y="1540239"/>
            <a:ext cx="19062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Digital signatures on TCs can be used to validate the authenticity of the TC and invalidating physical copy of the TC</a:t>
            </a:r>
            <a:endParaRPr sz="1100"/>
          </a:p>
        </p:txBody>
      </p:sp>
      <p:pic>
        <p:nvPicPr>
          <p:cNvPr id="276" name="Google Shape;27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650" y="806932"/>
            <a:ext cx="7886700" cy="39403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2"/>
          <p:cNvSpPr txBox="1"/>
          <p:nvPr>
            <p:ph type="title"/>
          </p:nvPr>
        </p:nvSpPr>
        <p:spPr>
          <a:xfrm>
            <a:off x="628650" y="133723"/>
            <a:ext cx="78867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"/>
              <a:t>View Digital TC - Step 2 - After scrolling down</a:t>
            </a:r>
            <a:endParaRPr/>
          </a:p>
        </p:txBody>
      </p:sp>
      <p:sp>
        <p:nvSpPr>
          <p:cNvPr id="282" name="Google Shape;282;p4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3" name="Google Shape;283;p42"/>
          <p:cNvSpPr txBox="1"/>
          <p:nvPr/>
        </p:nvSpPr>
        <p:spPr>
          <a:xfrm>
            <a:off x="3605135" y="1166000"/>
            <a:ext cx="1933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Digital Signature</a:t>
            </a:r>
            <a:endParaRPr sz="1100"/>
          </a:p>
        </p:txBody>
      </p:sp>
      <p:sp>
        <p:nvSpPr>
          <p:cNvPr id="284" name="Google Shape;284;p42"/>
          <p:cNvSpPr txBox="1"/>
          <p:nvPr/>
        </p:nvSpPr>
        <p:spPr>
          <a:xfrm>
            <a:off x="841088" y="1159760"/>
            <a:ext cx="1933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Digitize TC Issuance</a:t>
            </a:r>
            <a:endParaRPr sz="1100"/>
          </a:p>
        </p:txBody>
      </p:sp>
      <p:sp>
        <p:nvSpPr>
          <p:cNvPr id="285" name="Google Shape;285;p42"/>
          <p:cNvSpPr txBox="1"/>
          <p:nvPr/>
        </p:nvSpPr>
        <p:spPr>
          <a:xfrm>
            <a:off x="779957" y="1530836"/>
            <a:ext cx="19062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Digitization of TC Issuance makes it more faster and reliable</a:t>
            </a:r>
            <a:endParaRPr sz="1100"/>
          </a:p>
        </p:txBody>
      </p:sp>
      <p:sp>
        <p:nvSpPr>
          <p:cNvPr id="286" name="Google Shape;286;p42"/>
          <p:cNvSpPr txBox="1"/>
          <p:nvPr/>
        </p:nvSpPr>
        <p:spPr>
          <a:xfrm>
            <a:off x="3605135" y="1540239"/>
            <a:ext cx="19062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Digital signatures on TCs can be used to validate the authenticity of the TC and invalidating physical copy of the TC</a:t>
            </a:r>
            <a:endParaRPr sz="1100"/>
          </a:p>
        </p:txBody>
      </p:sp>
      <p:pic>
        <p:nvPicPr>
          <p:cNvPr id="287" name="Google Shape;287;p42"/>
          <p:cNvPicPr preferRelativeResize="0"/>
          <p:nvPr/>
        </p:nvPicPr>
        <p:blipFill rotWithShape="1">
          <a:blip r:embed="rId3">
            <a:alphaModFix/>
          </a:blip>
          <a:srcRect b="258" l="0" r="0" t="268"/>
          <a:stretch/>
        </p:blipFill>
        <p:spPr>
          <a:xfrm>
            <a:off x="628650" y="806932"/>
            <a:ext cx="7886700" cy="39403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3"/>
          <p:cNvSpPr txBox="1"/>
          <p:nvPr>
            <p:ph type="title"/>
          </p:nvPr>
        </p:nvSpPr>
        <p:spPr>
          <a:xfrm>
            <a:off x="628650" y="133723"/>
            <a:ext cx="78867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"/>
              <a:t>Digital TC Issuance Process</a:t>
            </a:r>
            <a:endParaRPr/>
          </a:p>
        </p:txBody>
      </p:sp>
      <p:sp>
        <p:nvSpPr>
          <p:cNvPr id="293" name="Google Shape;293;p4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4" name="Google Shape;294;p43"/>
          <p:cNvSpPr txBox="1"/>
          <p:nvPr/>
        </p:nvSpPr>
        <p:spPr>
          <a:xfrm>
            <a:off x="3605135" y="1166000"/>
            <a:ext cx="1933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Digital Signature</a:t>
            </a:r>
            <a:endParaRPr sz="1100"/>
          </a:p>
        </p:txBody>
      </p:sp>
      <p:sp>
        <p:nvSpPr>
          <p:cNvPr id="295" name="Google Shape;295;p43"/>
          <p:cNvSpPr txBox="1"/>
          <p:nvPr/>
        </p:nvSpPr>
        <p:spPr>
          <a:xfrm>
            <a:off x="841088" y="1159760"/>
            <a:ext cx="1933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Digitize TC Issuance</a:t>
            </a:r>
            <a:endParaRPr sz="1100"/>
          </a:p>
        </p:txBody>
      </p:sp>
      <p:sp>
        <p:nvSpPr>
          <p:cNvPr id="296" name="Google Shape;296;p43"/>
          <p:cNvSpPr txBox="1"/>
          <p:nvPr/>
        </p:nvSpPr>
        <p:spPr>
          <a:xfrm>
            <a:off x="779957" y="1530836"/>
            <a:ext cx="19062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Digitization of TC Issuance makes it more faster and reliable</a:t>
            </a:r>
            <a:endParaRPr sz="1100"/>
          </a:p>
        </p:txBody>
      </p:sp>
      <p:sp>
        <p:nvSpPr>
          <p:cNvPr id="297" name="Google Shape;297;p43"/>
          <p:cNvSpPr txBox="1"/>
          <p:nvPr/>
        </p:nvSpPr>
        <p:spPr>
          <a:xfrm>
            <a:off x="3605135" y="1540239"/>
            <a:ext cx="19062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Digital signatures on TCs can be used to validate the authenticity of the TC and invalidating physical copy of the TC</a:t>
            </a:r>
            <a:endParaRPr sz="1100"/>
          </a:p>
        </p:txBody>
      </p:sp>
      <p:sp>
        <p:nvSpPr>
          <p:cNvPr id="298" name="Google Shape;298;p43"/>
          <p:cNvSpPr txBox="1"/>
          <p:nvPr/>
        </p:nvSpPr>
        <p:spPr>
          <a:xfrm>
            <a:off x="390050" y="3119100"/>
            <a:ext cx="4860900" cy="12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Distributor (Seller) logs a transaction of gods quantity into the platform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2. Buyer gets notification over Email/SMS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3. Buyer scans the QR Code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SzPts val="1100"/>
              <a:buFont typeface="Calibri"/>
              <a:buAutoNum type="alphaLcPeriod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Seller can provide the printout of the original TC which has the QR code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SzPts val="1100"/>
              <a:buFont typeface="Calibri"/>
              <a:buAutoNum type="alphaLcPeriod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Ownership of the TC is not proven without the platform confirmation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4. Buyer authenticate to view the TC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5. View the TC and Transactions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9" name="Google Shape;299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375" y="861088"/>
            <a:ext cx="8677275" cy="200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4"/>
          <p:cNvSpPr txBox="1"/>
          <p:nvPr>
            <p:ph type="title"/>
          </p:nvPr>
        </p:nvSpPr>
        <p:spPr>
          <a:xfrm>
            <a:off x="628650" y="133723"/>
            <a:ext cx="78867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"/>
              <a:t>TC Verification from Platform</a:t>
            </a:r>
            <a:r>
              <a:rPr lang="en"/>
              <a:t> - Step 1</a:t>
            </a:r>
            <a:endParaRPr/>
          </a:p>
        </p:txBody>
      </p:sp>
      <p:sp>
        <p:nvSpPr>
          <p:cNvPr id="305" name="Google Shape;305;p4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6" name="Google Shape;306;p44"/>
          <p:cNvSpPr txBox="1"/>
          <p:nvPr/>
        </p:nvSpPr>
        <p:spPr>
          <a:xfrm>
            <a:off x="3605135" y="1166000"/>
            <a:ext cx="1933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Digital Signature</a:t>
            </a:r>
            <a:endParaRPr sz="1100"/>
          </a:p>
        </p:txBody>
      </p:sp>
      <p:sp>
        <p:nvSpPr>
          <p:cNvPr id="307" name="Google Shape;307;p44"/>
          <p:cNvSpPr txBox="1"/>
          <p:nvPr/>
        </p:nvSpPr>
        <p:spPr>
          <a:xfrm>
            <a:off x="841088" y="1159760"/>
            <a:ext cx="1933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Digitize TC Issuance</a:t>
            </a:r>
            <a:endParaRPr sz="1100"/>
          </a:p>
        </p:txBody>
      </p:sp>
      <p:sp>
        <p:nvSpPr>
          <p:cNvPr id="308" name="Google Shape;308;p44"/>
          <p:cNvSpPr txBox="1"/>
          <p:nvPr/>
        </p:nvSpPr>
        <p:spPr>
          <a:xfrm>
            <a:off x="779957" y="1530836"/>
            <a:ext cx="19062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Digitization of TC Issuance makes it more faster and reliable</a:t>
            </a:r>
            <a:endParaRPr sz="1100"/>
          </a:p>
        </p:txBody>
      </p:sp>
      <p:sp>
        <p:nvSpPr>
          <p:cNvPr id="309" name="Google Shape;309;p44"/>
          <p:cNvSpPr txBox="1"/>
          <p:nvPr/>
        </p:nvSpPr>
        <p:spPr>
          <a:xfrm>
            <a:off x="3605135" y="1540239"/>
            <a:ext cx="19062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Digital signatures on TCs can be used to validate the authenticity of the TC and invalidating physical copy of the TC</a:t>
            </a:r>
            <a:endParaRPr sz="1100"/>
          </a:p>
        </p:txBody>
      </p:sp>
      <p:pic>
        <p:nvPicPr>
          <p:cNvPr id="310" name="Google Shape;31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9960" y="1159751"/>
            <a:ext cx="7220540" cy="3607525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44"/>
          <p:cNvSpPr txBox="1"/>
          <p:nvPr/>
        </p:nvSpPr>
        <p:spPr>
          <a:xfrm>
            <a:off x="678025" y="690975"/>
            <a:ext cx="48609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Enter the buyer details 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44"/>
          <p:cNvSpPr/>
          <p:nvPr/>
        </p:nvSpPr>
        <p:spPr>
          <a:xfrm>
            <a:off x="2074225" y="1540250"/>
            <a:ext cx="5658900" cy="1409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5"/>
          <p:cNvSpPr txBox="1"/>
          <p:nvPr>
            <p:ph type="title"/>
          </p:nvPr>
        </p:nvSpPr>
        <p:spPr>
          <a:xfrm>
            <a:off x="628650" y="133723"/>
            <a:ext cx="78867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"/>
              <a:t>TC Verification from Platform - Step 2</a:t>
            </a:r>
            <a:endParaRPr/>
          </a:p>
        </p:txBody>
      </p:sp>
      <p:sp>
        <p:nvSpPr>
          <p:cNvPr id="318" name="Google Shape;318;p4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9" name="Google Shape;319;p45"/>
          <p:cNvSpPr txBox="1"/>
          <p:nvPr/>
        </p:nvSpPr>
        <p:spPr>
          <a:xfrm>
            <a:off x="3605135" y="1166000"/>
            <a:ext cx="1933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Digital Signature</a:t>
            </a:r>
            <a:endParaRPr sz="1100"/>
          </a:p>
        </p:txBody>
      </p:sp>
      <p:sp>
        <p:nvSpPr>
          <p:cNvPr id="320" name="Google Shape;320;p45"/>
          <p:cNvSpPr txBox="1"/>
          <p:nvPr/>
        </p:nvSpPr>
        <p:spPr>
          <a:xfrm>
            <a:off x="841088" y="1159760"/>
            <a:ext cx="1933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Digitize TC Issuance</a:t>
            </a:r>
            <a:endParaRPr sz="1100"/>
          </a:p>
        </p:txBody>
      </p:sp>
      <p:sp>
        <p:nvSpPr>
          <p:cNvPr id="321" name="Google Shape;321;p45"/>
          <p:cNvSpPr txBox="1"/>
          <p:nvPr/>
        </p:nvSpPr>
        <p:spPr>
          <a:xfrm>
            <a:off x="779957" y="1530836"/>
            <a:ext cx="19062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Digitization of TC Issuance makes it more faster and reliable</a:t>
            </a:r>
            <a:endParaRPr sz="1100"/>
          </a:p>
        </p:txBody>
      </p:sp>
      <p:sp>
        <p:nvSpPr>
          <p:cNvPr id="322" name="Google Shape;322;p45"/>
          <p:cNvSpPr txBox="1"/>
          <p:nvPr/>
        </p:nvSpPr>
        <p:spPr>
          <a:xfrm>
            <a:off x="3605135" y="1540239"/>
            <a:ext cx="19062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Digital signatures on TCs can be used to validate the authenticity of the TC and invalidating physical copy of the TC</a:t>
            </a:r>
            <a:endParaRPr sz="1100"/>
          </a:p>
        </p:txBody>
      </p:sp>
      <p:pic>
        <p:nvPicPr>
          <p:cNvPr id="323" name="Google Shape;323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9960" y="1159751"/>
            <a:ext cx="7220540" cy="3607525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45"/>
          <p:cNvSpPr txBox="1"/>
          <p:nvPr/>
        </p:nvSpPr>
        <p:spPr>
          <a:xfrm>
            <a:off x="678025" y="690975"/>
            <a:ext cx="48609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Enter the product details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45"/>
          <p:cNvSpPr/>
          <p:nvPr/>
        </p:nvSpPr>
        <p:spPr>
          <a:xfrm>
            <a:off x="2053200" y="3066925"/>
            <a:ext cx="5690400" cy="1418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6"/>
          <p:cNvSpPr txBox="1"/>
          <p:nvPr>
            <p:ph type="title"/>
          </p:nvPr>
        </p:nvSpPr>
        <p:spPr>
          <a:xfrm>
            <a:off x="628650" y="133723"/>
            <a:ext cx="78867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"/>
              <a:t>TC Verification from Platform - Step 3</a:t>
            </a:r>
            <a:endParaRPr/>
          </a:p>
        </p:txBody>
      </p:sp>
      <p:sp>
        <p:nvSpPr>
          <p:cNvPr id="331" name="Google Shape;331;p4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2" name="Google Shape;332;p46"/>
          <p:cNvSpPr txBox="1"/>
          <p:nvPr/>
        </p:nvSpPr>
        <p:spPr>
          <a:xfrm>
            <a:off x="3605135" y="1166000"/>
            <a:ext cx="1933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Digital Signature</a:t>
            </a:r>
            <a:endParaRPr sz="1100"/>
          </a:p>
        </p:txBody>
      </p:sp>
      <p:sp>
        <p:nvSpPr>
          <p:cNvPr id="333" name="Google Shape;333;p46"/>
          <p:cNvSpPr txBox="1"/>
          <p:nvPr/>
        </p:nvSpPr>
        <p:spPr>
          <a:xfrm>
            <a:off x="841088" y="1159760"/>
            <a:ext cx="1933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Digitize TC Issuance</a:t>
            </a:r>
            <a:endParaRPr sz="1100"/>
          </a:p>
        </p:txBody>
      </p:sp>
      <p:sp>
        <p:nvSpPr>
          <p:cNvPr id="334" name="Google Shape;334;p46"/>
          <p:cNvSpPr txBox="1"/>
          <p:nvPr/>
        </p:nvSpPr>
        <p:spPr>
          <a:xfrm>
            <a:off x="779957" y="1530836"/>
            <a:ext cx="19062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Digitization of TC Issuance makes it more faster and reliable</a:t>
            </a:r>
            <a:endParaRPr sz="1100"/>
          </a:p>
        </p:txBody>
      </p:sp>
      <p:sp>
        <p:nvSpPr>
          <p:cNvPr id="335" name="Google Shape;335;p46"/>
          <p:cNvSpPr txBox="1"/>
          <p:nvPr/>
        </p:nvSpPr>
        <p:spPr>
          <a:xfrm>
            <a:off x="3605135" y="1540239"/>
            <a:ext cx="19062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Digital signatures on TCs can be used to validate the authenticity of the TC and invalidating physical copy of the TC</a:t>
            </a:r>
            <a:endParaRPr sz="1100"/>
          </a:p>
        </p:txBody>
      </p:sp>
      <p:pic>
        <p:nvPicPr>
          <p:cNvPr id="336" name="Google Shape;336;p46"/>
          <p:cNvPicPr preferRelativeResize="0"/>
          <p:nvPr/>
        </p:nvPicPr>
        <p:blipFill rotWithShape="1">
          <a:blip r:embed="rId3">
            <a:alphaModFix/>
          </a:blip>
          <a:srcRect b="258" l="0" r="0" t="268"/>
          <a:stretch/>
        </p:blipFill>
        <p:spPr>
          <a:xfrm>
            <a:off x="779960" y="1159751"/>
            <a:ext cx="7220539" cy="360752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6"/>
          <p:cNvSpPr txBox="1"/>
          <p:nvPr/>
        </p:nvSpPr>
        <p:spPr>
          <a:xfrm>
            <a:off x="678025" y="690975"/>
            <a:ext cx="48609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View the TC and Transactions after OTP Authentication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7"/>
          <p:cNvSpPr/>
          <p:nvPr/>
        </p:nvSpPr>
        <p:spPr>
          <a:xfrm>
            <a:off x="0" y="-23175"/>
            <a:ext cx="9144000" cy="5143500"/>
          </a:xfrm>
          <a:prstGeom prst="rect">
            <a:avLst/>
          </a:prstGeom>
          <a:gradFill>
            <a:gsLst>
              <a:gs pos="0">
                <a:srgbClr val="476ED1"/>
              </a:gs>
              <a:gs pos="88000">
                <a:srgbClr val="264796"/>
              </a:gs>
              <a:gs pos="100000">
                <a:srgbClr val="264796"/>
              </a:gs>
            </a:gsLst>
            <a:lin ang="16200038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47"/>
          <p:cNvSpPr/>
          <p:nvPr/>
        </p:nvSpPr>
        <p:spPr>
          <a:xfrm>
            <a:off x="248144" y="142766"/>
            <a:ext cx="8694000" cy="4677300"/>
          </a:xfrm>
          <a:prstGeom prst="rect">
            <a:avLst/>
          </a:prstGeom>
          <a:gradFill>
            <a:gsLst>
              <a:gs pos="0">
                <a:srgbClr val="476ED1">
                  <a:alpha val="0"/>
                </a:srgbClr>
              </a:gs>
              <a:gs pos="100000">
                <a:srgbClr val="476ED1"/>
              </a:gs>
            </a:gsLst>
            <a:lin ang="16200038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47"/>
          <p:cNvSpPr/>
          <p:nvPr/>
        </p:nvSpPr>
        <p:spPr>
          <a:xfrm rot="10800000">
            <a:off x="117185" y="4502011"/>
            <a:ext cx="353878" cy="641489"/>
          </a:xfrm>
          <a:prstGeom prst="flowChartOffpageConnector">
            <a:avLst/>
          </a:prstGeom>
          <a:solidFill>
            <a:srgbClr val="F6821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47"/>
          <p:cNvSpPr txBox="1"/>
          <p:nvPr/>
        </p:nvSpPr>
        <p:spPr>
          <a:xfrm>
            <a:off x="2923205" y="4766198"/>
            <a:ext cx="32976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125" lIns="14125" spcFirstLastPara="1" rIns="14125" wrap="square" tIns="141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www.varatechnology.com</a:t>
            </a:r>
            <a:endParaRPr sz="1100"/>
          </a:p>
        </p:txBody>
      </p:sp>
      <p:sp>
        <p:nvSpPr>
          <p:cNvPr id="346" name="Google Shape;346;p47"/>
          <p:cNvSpPr txBox="1"/>
          <p:nvPr/>
        </p:nvSpPr>
        <p:spPr>
          <a:xfrm>
            <a:off x="3666451" y="3874247"/>
            <a:ext cx="181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Follow us</a:t>
            </a:r>
            <a:endParaRPr sz="2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7" name="Google Shape;347;p47"/>
          <p:cNvGrpSpPr/>
          <p:nvPr/>
        </p:nvGrpSpPr>
        <p:grpSpPr>
          <a:xfrm>
            <a:off x="3865474" y="4290352"/>
            <a:ext cx="1413162" cy="403401"/>
            <a:chOff x="839836" y="5693263"/>
            <a:chExt cx="1884216" cy="537868"/>
          </a:xfrm>
        </p:grpSpPr>
        <p:grpSp>
          <p:nvGrpSpPr>
            <p:cNvPr id="348" name="Google Shape;348;p47"/>
            <p:cNvGrpSpPr/>
            <p:nvPr/>
          </p:nvGrpSpPr>
          <p:grpSpPr>
            <a:xfrm>
              <a:off x="1523616" y="5693267"/>
              <a:ext cx="515853" cy="515922"/>
              <a:chOff x="1327518" y="8517177"/>
              <a:chExt cx="714280" cy="714375"/>
            </a:xfrm>
          </p:grpSpPr>
          <p:sp>
            <p:nvSpPr>
              <p:cNvPr id="349" name="Google Shape;349;p47"/>
              <p:cNvSpPr/>
              <p:nvPr/>
            </p:nvSpPr>
            <p:spPr>
              <a:xfrm>
                <a:off x="1327518" y="8517177"/>
                <a:ext cx="714280" cy="714375"/>
              </a:xfrm>
              <a:custGeom>
                <a:rect b="b" l="l" r="r" t="t"/>
                <a:pathLst>
                  <a:path extrusionOk="0" h="952500" w="952373">
                    <a:moveTo>
                      <a:pt x="476250" y="952500"/>
                    </a:moveTo>
                    <a:lnTo>
                      <a:pt x="417957" y="948944"/>
                    </a:lnTo>
                    <a:lnTo>
                      <a:pt x="360553" y="938276"/>
                    </a:lnTo>
                    <a:lnTo>
                      <a:pt x="304800" y="920623"/>
                    </a:lnTo>
                    <a:lnTo>
                      <a:pt x="251714" y="896239"/>
                    </a:lnTo>
                    <a:lnTo>
                      <a:pt x="201930" y="865632"/>
                    </a:lnTo>
                    <a:lnTo>
                      <a:pt x="156337" y="829183"/>
                    </a:lnTo>
                    <a:lnTo>
                      <a:pt x="115570" y="787273"/>
                    </a:lnTo>
                    <a:lnTo>
                      <a:pt x="80264" y="740791"/>
                    </a:lnTo>
                    <a:lnTo>
                      <a:pt x="50800" y="690372"/>
                    </a:lnTo>
                    <a:lnTo>
                      <a:pt x="27813" y="636651"/>
                    </a:lnTo>
                    <a:lnTo>
                      <a:pt x="11557" y="580644"/>
                    </a:lnTo>
                    <a:lnTo>
                      <a:pt x="2286" y="522986"/>
                    </a:lnTo>
                    <a:lnTo>
                      <a:pt x="0" y="476250"/>
                    </a:lnTo>
                    <a:lnTo>
                      <a:pt x="127" y="464566"/>
                    </a:lnTo>
                    <a:lnTo>
                      <a:pt x="5207" y="406400"/>
                    </a:lnTo>
                    <a:lnTo>
                      <a:pt x="17272" y="349250"/>
                    </a:lnTo>
                    <a:lnTo>
                      <a:pt x="36322" y="294005"/>
                    </a:lnTo>
                    <a:lnTo>
                      <a:pt x="61976" y="241554"/>
                    </a:lnTo>
                    <a:lnTo>
                      <a:pt x="93853" y="192659"/>
                    </a:lnTo>
                    <a:lnTo>
                      <a:pt x="131445" y="147955"/>
                    </a:lnTo>
                    <a:lnTo>
                      <a:pt x="174244" y="108204"/>
                    </a:lnTo>
                    <a:lnTo>
                      <a:pt x="221615" y="74041"/>
                    </a:lnTo>
                    <a:lnTo>
                      <a:pt x="272669" y="45720"/>
                    </a:lnTo>
                    <a:lnTo>
                      <a:pt x="326898" y="24003"/>
                    </a:lnTo>
                    <a:lnTo>
                      <a:pt x="383286" y="9144"/>
                    </a:lnTo>
                    <a:lnTo>
                      <a:pt x="441198" y="1270"/>
                    </a:lnTo>
                    <a:lnTo>
                      <a:pt x="476250" y="0"/>
                    </a:lnTo>
                    <a:lnTo>
                      <a:pt x="487934" y="127"/>
                    </a:lnTo>
                    <a:lnTo>
                      <a:pt x="546100" y="5207"/>
                    </a:lnTo>
                    <a:lnTo>
                      <a:pt x="603250" y="17272"/>
                    </a:lnTo>
                    <a:lnTo>
                      <a:pt x="658495" y="36322"/>
                    </a:lnTo>
                    <a:lnTo>
                      <a:pt x="710946" y="61976"/>
                    </a:lnTo>
                    <a:lnTo>
                      <a:pt x="759841" y="93853"/>
                    </a:lnTo>
                    <a:lnTo>
                      <a:pt x="804545" y="131445"/>
                    </a:lnTo>
                    <a:lnTo>
                      <a:pt x="844296" y="174244"/>
                    </a:lnTo>
                    <a:lnTo>
                      <a:pt x="878459" y="221615"/>
                    </a:lnTo>
                    <a:lnTo>
                      <a:pt x="906653" y="272796"/>
                    </a:lnTo>
                    <a:lnTo>
                      <a:pt x="928370" y="327025"/>
                    </a:lnTo>
                    <a:lnTo>
                      <a:pt x="943229" y="383540"/>
                    </a:lnTo>
                    <a:lnTo>
                      <a:pt x="951103" y="441452"/>
                    </a:lnTo>
                    <a:lnTo>
                      <a:pt x="952373" y="476504"/>
                    </a:lnTo>
                    <a:lnTo>
                      <a:pt x="952246" y="488188"/>
                    </a:lnTo>
                    <a:lnTo>
                      <a:pt x="947293" y="546100"/>
                    </a:lnTo>
                    <a:lnTo>
                      <a:pt x="935228" y="603250"/>
                    </a:lnTo>
                    <a:lnTo>
                      <a:pt x="916178" y="658495"/>
                    </a:lnTo>
                    <a:lnTo>
                      <a:pt x="890524" y="710946"/>
                    </a:lnTo>
                    <a:lnTo>
                      <a:pt x="858647" y="759841"/>
                    </a:lnTo>
                    <a:lnTo>
                      <a:pt x="821055" y="804545"/>
                    </a:lnTo>
                    <a:lnTo>
                      <a:pt x="778256" y="844296"/>
                    </a:lnTo>
                    <a:lnTo>
                      <a:pt x="730885" y="878459"/>
                    </a:lnTo>
                    <a:lnTo>
                      <a:pt x="679704" y="906653"/>
                    </a:lnTo>
                    <a:lnTo>
                      <a:pt x="625475" y="928370"/>
                    </a:lnTo>
                    <a:lnTo>
                      <a:pt x="568960" y="943229"/>
                    </a:lnTo>
                    <a:lnTo>
                      <a:pt x="511048" y="951103"/>
                    </a:lnTo>
                    <a:lnTo>
                      <a:pt x="475996" y="95237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" name="Google Shape;350;p47"/>
              <p:cNvSpPr/>
              <p:nvPr/>
            </p:nvSpPr>
            <p:spPr>
              <a:xfrm>
                <a:off x="1558451" y="8653173"/>
                <a:ext cx="228600" cy="440531"/>
              </a:xfrm>
              <a:custGeom>
                <a:rect b="b" l="l" r="r" t="t"/>
                <a:pathLst>
                  <a:path extrusionOk="0" h="587375" w="304800">
                    <a:moveTo>
                      <a:pt x="197993" y="587375"/>
                    </a:moveTo>
                    <a:lnTo>
                      <a:pt x="90170" y="587375"/>
                    </a:lnTo>
                    <a:lnTo>
                      <a:pt x="90170" y="319405"/>
                    </a:lnTo>
                    <a:lnTo>
                      <a:pt x="0" y="319405"/>
                    </a:lnTo>
                    <a:lnTo>
                      <a:pt x="0" y="215011"/>
                    </a:lnTo>
                    <a:lnTo>
                      <a:pt x="90170" y="215011"/>
                    </a:lnTo>
                    <a:lnTo>
                      <a:pt x="90170" y="138049"/>
                    </a:lnTo>
                    <a:lnTo>
                      <a:pt x="99949" y="78740"/>
                    </a:lnTo>
                    <a:lnTo>
                      <a:pt x="127381" y="35560"/>
                    </a:lnTo>
                    <a:lnTo>
                      <a:pt x="169799" y="9017"/>
                    </a:lnTo>
                    <a:lnTo>
                      <a:pt x="224409" y="0"/>
                    </a:lnTo>
                    <a:lnTo>
                      <a:pt x="251714" y="508"/>
                    </a:lnTo>
                    <a:lnTo>
                      <a:pt x="275336" y="1651"/>
                    </a:lnTo>
                    <a:lnTo>
                      <a:pt x="293624" y="3048"/>
                    </a:lnTo>
                    <a:lnTo>
                      <a:pt x="304800" y="4191"/>
                    </a:lnTo>
                    <a:lnTo>
                      <a:pt x="304800" y="97536"/>
                    </a:lnTo>
                    <a:lnTo>
                      <a:pt x="249555" y="97536"/>
                    </a:lnTo>
                    <a:lnTo>
                      <a:pt x="223139" y="101219"/>
                    </a:lnTo>
                    <a:lnTo>
                      <a:pt x="207391" y="111633"/>
                    </a:lnTo>
                    <a:lnTo>
                      <a:pt x="199771" y="127635"/>
                    </a:lnTo>
                    <a:lnTo>
                      <a:pt x="197739" y="148336"/>
                    </a:lnTo>
                    <a:lnTo>
                      <a:pt x="197739" y="215011"/>
                    </a:lnTo>
                    <a:lnTo>
                      <a:pt x="301117" y="215011"/>
                    </a:lnTo>
                    <a:lnTo>
                      <a:pt x="287655" y="319405"/>
                    </a:lnTo>
                    <a:lnTo>
                      <a:pt x="197993" y="319405"/>
                    </a:lnTo>
                    <a:lnTo>
                      <a:pt x="197993" y="587375"/>
                    </a:lnTo>
                    <a:close/>
                  </a:path>
                </a:pathLst>
              </a:custGeom>
              <a:solidFill>
                <a:srgbClr val="F96E20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1" name="Google Shape;351;p47"/>
            <p:cNvGrpSpPr/>
            <p:nvPr/>
          </p:nvGrpSpPr>
          <p:grpSpPr>
            <a:xfrm>
              <a:off x="839836" y="5693265"/>
              <a:ext cx="537865" cy="537865"/>
              <a:chOff x="380718" y="8517178"/>
              <a:chExt cx="744760" cy="744760"/>
            </a:xfrm>
          </p:grpSpPr>
          <p:sp>
            <p:nvSpPr>
              <p:cNvPr id="352" name="Google Shape;352;p47"/>
              <p:cNvSpPr/>
              <p:nvPr/>
            </p:nvSpPr>
            <p:spPr>
              <a:xfrm>
                <a:off x="380718" y="8517178"/>
                <a:ext cx="744760" cy="744760"/>
              </a:xfrm>
              <a:custGeom>
                <a:rect b="b" l="l" r="r" t="t"/>
                <a:pathLst>
                  <a:path extrusionOk="0" h="993013" w="993013">
                    <a:moveTo>
                      <a:pt x="993013" y="496443"/>
                    </a:moveTo>
                    <a:lnTo>
                      <a:pt x="992124" y="481711"/>
                    </a:lnTo>
                    <a:lnTo>
                      <a:pt x="992124" y="467233"/>
                    </a:lnTo>
                    <a:lnTo>
                      <a:pt x="990219" y="450977"/>
                    </a:lnTo>
                    <a:lnTo>
                      <a:pt x="989203" y="434213"/>
                    </a:lnTo>
                    <a:lnTo>
                      <a:pt x="986663" y="421005"/>
                    </a:lnTo>
                    <a:lnTo>
                      <a:pt x="985266" y="409067"/>
                    </a:lnTo>
                    <a:lnTo>
                      <a:pt x="981329" y="392938"/>
                    </a:lnTo>
                    <a:lnTo>
                      <a:pt x="977900" y="374269"/>
                    </a:lnTo>
                    <a:lnTo>
                      <a:pt x="973963" y="361950"/>
                    </a:lnTo>
                    <a:lnTo>
                      <a:pt x="971550" y="351663"/>
                    </a:lnTo>
                    <a:lnTo>
                      <a:pt x="965708" y="336042"/>
                    </a:lnTo>
                    <a:lnTo>
                      <a:pt x="959612" y="316992"/>
                    </a:lnTo>
                    <a:lnTo>
                      <a:pt x="954532" y="305816"/>
                    </a:lnTo>
                    <a:lnTo>
                      <a:pt x="950849" y="295910"/>
                    </a:lnTo>
                    <a:lnTo>
                      <a:pt x="942975" y="280670"/>
                    </a:lnTo>
                    <a:lnTo>
                      <a:pt x="934847" y="263017"/>
                    </a:lnTo>
                    <a:lnTo>
                      <a:pt x="928370" y="252603"/>
                    </a:lnTo>
                    <a:lnTo>
                      <a:pt x="923163" y="242570"/>
                    </a:lnTo>
                    <a:lnTo>
                      <a:pt x="913892" y="228981"/>
                    </a:lnTo>
                    <a:lnTo>
                      <a:pt x="903986" y="212852"/>
                    </a:lnTo>
                    <a:lnTo>
                      <a:pt x="895477" y="202057"/>
                    </a:lnTo>
                    <a:lnTo>
                      <a:pt x="888746" y="192278"/>
                    </a:lnTo>
                    <a:lnTo>
                      <a:pt x="879094" y="181356"/>
                    </a:lnTo>
                    <a:lnTo>
                      <a:pt x="867664" y="166751"/>
                    </a:lnTo>
                    <a:lnTo>
                      <a:pt x="855980" y="155067"/>
                    </a:lnTo>
                    <a:lnTo>
                      <a:pt x="847471" y="145415"/>
                    </a:lnTo>
                    <a:lnTo>
                      <a:pt x="846836" y="146050"/>
                    </a:lnTo>
                    <a:lnTo>
                      <a:pt x="780034" y="89027"/>
                    </a:lnTo>
                    <a:lnTo>
                      <a:pt x="729742" y="58293"/>
                    </a:lnTo>
                    <a:lnTo>
                      <a:pt x="675767" y="33528"/>
                    </a:lnTo>
                    <a:lnTo>
                      <a:pt x="618617" y="15240"/>
                    </a:lnTo>
                    <a:lnTo>
                      <a:pt x="558800" y="3810"/>
                    </a:lnTo>
                    <a:lnTo>
                      <a:pt x="496443" y="0"/>
                    </a:lnTo>
                    <a:lnTo>
                      <a:pt x="434213" y="3810"/>
                    </a:lnTo>
                    <a:lnTo>
                      <a:pt x="374269" y="15113"/>
                    </a:lnTo>
                    <a:lnTo>
                      <a:pt x="317119" y="33401"/>
                    </a:lnTo>
                    <a:lnTo>
                      <a:pt x="263144" y="58166"/>
                    </a:lnTo>
                    <a:lnTo>
                      <a:pt x="212852" y="88900"/>
                    </a:lnTo>
                    <a:lnTo>
                      <a:pt x="166751" y="125222"/>
                    </a:lnTo>
                    <a:lnTo>
                      <a:pt x="125349" y="166624"/>
                    </a:lnTo>
                    <a:lnTo>
                      <a:pt x="89027" y="212725"/>
                    </a:lnTo>
                    <a:lnTo>
                      <a:pt x="58293" y="263017"/>
                    </a:lnTo>
                    <a:lnTo>
                      <a:pt x="33528" y="316992"/>
                    </a:lnTo>
                    <a:lnTo>
                      <a:pt x="15240" y="374142"/>
                    </a:lnTo>
                    <a:lnTo>
                      <a:pt x="3810" y="434213"/>
                    </a:lnTo>
                    <a:lnTo>
                      <a:pt x="0" y="496443"/>
                    </a:lnTo>
                    <a:lnTo>
                      <a:pt x="3810" y="558800"/>
                    </a:lnTo>
                    <a:lnTo>
                      <a:pt x="15113" y="618744"/>
                    </a:lnTo>
                    <a:lnTo>
                      <a:pt x="33401" y="675894"/>
                    </a:lnTo>
                    <a:lnTo>
                      <a:pt x="58166" y="729869"/>
                    </a:lnTo>
                    <a:lnTo>
                      <a:pt x="88900" y="780161"/>
                    </a:lnTo>
                    <a:lnTo>
                      <a:pt x="125222" y="826262"/>
                    </a:lnTo>
                    <a:lnTo>
                      <a:pt x="145923" y="846963"/>
                    </a:lnTo>
                    <a:lnTo>
                      <a:pt x="145415" y="847471"/>
                    </a:lnTo>
                    <a:lnTo>
                      <a:pt x="154940" y="855980"/>
                    </a:lnTo>
                    <a:lnTo>
                      <a:pt x="166624" y="867664"/>
                    </a:lnTo>
                    <a:lnTo>
                      <a:pt x="180721" y="878840"/>
                    </a:lnTo>
                    <a:lnTo>
                      <a:pt x="192024" y="888873"/>
                    </a:lnTo>
                    <a:lnTo>
                      <a:pt x="202184" y="895858"/>
                    </a:lnTo>
                    <a:lnTo>
                      <a:pt x="212598" y="904113"/>
                    </a:lnTo>
                    <a:lnTo>
                      <a:pt x="227965" y="913511"/>
                    </a:lnTo>
                    <a:lnTo>
                      <a:pt x="242316" y="923290"/>
                    </a:lnTo>
                    <a:lnTo>
                      <a:pt x="252857" y="928751"/>
                    </a:lnTo>
                    <a:lnTo>
                      <a:pt x="262890" y="934847"/>
                    </a:lnTo>
                    <a:lnTo>
                      <a:pt x="279654" y="942594"/>
                    </a:lnTo>
                    <a:lnTo>
                      <a:pt x="295656" y="950849"/>
                    </a:lnTo>
                    <a:lnTo>
                      <a:pt x="306070" y="954786"/>
                    </a:lnTo>
                    <a:lnTo>
                      <a:pt x="316738" y="959739"/>
                    </a:lnTo>
                    <a:lnTo>
                      <a:pt x="334645" y="965454"/>
                    </a:lnTo>
                    <a:lnTo>
                      <a:pt x="351282" y="971550"/>
                    </a:lnTo>
                    <a:lnTo>
                      <a:pt x="362204" y="974217"/>
                    </a:lnTo>
                    <a:lnTo>
                      <a:pt x="374015" y="977900"/>
                    </a:lnTo>
                    <a:lnTo>
                      <a:pt x="391922" y="981329"/>
                    </a:lnTo>
                    <a:lnTo>
                      <a:pt x="408559" y="985266"/>
                    </a:lnTo>
                    <a:lnTo>
                      <a:pt x="420751" y="986663"/>
                    </a:lnTo>
                    <a:lnTo>
                      <a:pt x="433959" y="989203"/>
                    </a:lnTo>
                    <a:lnTo>
                      <a:pt x="450596" y="990219"/>
                    </a:lnTo>
                    <a:lnTo>
                      <a:pt x="466852" y="992124"/>
                    </a:lnTo>
                    <a:lnTo>
                      <a:pt x="481457" y="992124"/>
                    </a:lnTo>
                    <a:lnTo>
                      <a:pt x="496189" y="993013"/>
                    </a:lnTo>
                    <a:lnTo>
                      <a:pt x="510921" y="992124"/>
                    </a:lnTo>
                    <a:lnTo>
                      <a:pt x="525399" y="992124"/>
                    </a:lnTo>
                    <a:lnTo>
                      <a:pt x="541401" y="990219"/>
                    </a:lnTo>
                    <a:lnTo>
                      <a:pt x="558800" y="989076"/>
                    </a:lnTo>
                    <a:lnTo>
                      <a:pt x="572262" y="986536"/>
                    </a:lnTo>
                    <a:lnTo>
                      <a:pt x="579374" y="985647"/>
                    </a:lnTo>
                    <a:lnTo>
                      <a:pt x="579755" y="985647"/>
                    </a:lnTo>
                    <a:lnTo>
                      <a:pt x="584200" y="985139"/>
                    </a:lnTo>
                    <a:lnTo>
                      <a:pt x="600329" y="981202"/>
                    </a:lnTo>
                    <a:lnTo>
                      <a:pt x="618871" y="977646"/>
                    </a:lnTo>
                    <a:lnTo>
                      <a:pt x="630936" y="973836"/>
                    </a:lnTo>
                    <a:lnTo>
                      <a:pt x="641350" y="971296"/>
                    </a:lnTo>
                    <a:lnTo>
                      <a:pt x="646049" y="969518"/>
                    </a:lnTo>
                    <a:lnTo>
                      <a:pt x="646811" y="969391"/>
                    </a:lnTo>
                    <a:lnTo>
                      <a:pt x="650748" y="967867"/>
                    </a:lnTo>
                    <a:lnTo>
                      <a:pt x="657225" y="965454"/>
                    </a:lnTo>
                    <a:lnTo>
                      <a:pt x="676021" y="959485"/>
                    </a:lnTo>
                    <a:lnTo>
                      <a:pt x="687197" y="954405"/>
                    </a:lnTo>
                    <a:lnTo>
                      <a:pt x="697103" y="950722"/>
                    </a:lnTo>
                    <a:lnTo>
                      <a:pt x="706120" y="946023"/>
                    </a:lnTo>
                    <a:lnTo>
                      <a:pt x="710311" y="944372"/>
                    </a:lnTo>
                    <a:lnTo>
                      <a:pt x="716153" y="941070"/>
                    </a:lnTo>
                    <a:lnTo>
                      <a:pt x="729996" y="934720"/>
                    </a:lnTo>
                    <a:lnTo>
                      <a:pt x="740410" y="928370"/>
                    </a:lnTo>
                    <a:lnTo>
                      <a:pt x="750443" y="923163"/>
                    </a:lnTo>
                    <a:lnTo>
                      <a:pt x="762508" y="914908"/>
                    </a:lnTo>
                    <a:lnTo>
                      <a:pt x="769112" y="911225"/>
                    </a:lnTo>
                    <a:lnTo>
                      <a:pt x="772033" y="908939"/>
                    </a:lnTo>
                    <a:lnTo>
                      <a:pt x="780161" y="903986"/>
                    </a:lnTo>
                    <a:lnTo>
                      <a:pt x="790956" y="895477"/>
                    </a:lnTo>
                    <a:lnTo>
                      <a:pt x="800735" y="888746"/>
                    </a:lnTo>
                    <a:lnTo>
                      <a:pt x="811784" y="878967"/>
                    </a:lnTo>
                    <a:lnTo>
                      <a:pt x="819404" y="872998"/>
                    </a:lnTo>
                    <a:lnTo>
                      <a:pt x="822579" y="870585"/>
                    </a:lnTo>
                    <a:lnTo>
                      <a:pt x="823087" y="870077"/>
                    </a:lnTo>
                    <a:lnTo>
                      <a:pt x="826262" y="867537"/>
                    </a:lnTo>
                    <a:lnTo>
                      <a:pt x="837946" y="855853"/>
                    </a:lnTo>
                    <a:lnTo>
                      <a:pt x="847471" y="847471"/>
                    </a:lnTo>
                    <a:lnTo>
                      <a:pt x="855980" y="837946"/>
                    </a:lnTo>
                    <a:lnTo>
                      <a:pt x="867664" y="826262"/>
                    </a:lnTo>
                    <a:lnTo>
                      <a:pt x="869569" y="823722"/>
                    </a:lnTo>
                    <a:lnTo>
                      <a:pt x="869950" y="823341"/>
                    </a:lnTo>
                    <a:lnTo>
                      <a:pt x="872490" y="819912"/>
                    </a:lnTo>
                    <a:lnTo>
                      <a:pt x="878713" y="812038"/>
                    </a:lnTo>
                    <a:lnTo>
                      <a:pt x="888619" y="800735"/>
                    </a:lnTo>
                    <a:lnTo>
                      <a:pt x="895604" y="790575"/>
                    </a:lnTo>
                    <a:lnTo>
                      <a:pt x="903859" y="780161"/>
                    </a:lnTo>
                    <a:lnTo>
                      <a:pt x="907923" y="773557"/>
                    </a:lnTo>
                    <a:lnTo>
                      <a:pt x="910590" y="770001"/>
                    </a:lnTo>
                    <a:lnTo>
                      <a:pt x="915035" y="762127"/>
                    </a:lnTo>
                    <a:lnTo>
                      <a:pt x="923036" y="750443"/>
                    </a:lnTo>
                    <a:lnTo>
                      <a:pt x="928370" y="740029"/>
                    </a:lnTo>
                    <a:lnTo>
                      <a:pt x="934593" y="729996"/>
                    </a:lnTo>
                    <a:lnTo>
                      <a:pt x="939927" y="718312"/>
                    </a:lnTo>
                    <a:lnTo>
                      <a:pt x="943864" y="711327"/>
                    </a:lnTo>
                    <a:lnTo>
                      <a:pt x="946023" y="705866"/>
                    </a:lnTo>
                    <a:lnTo>
                      <a:pt x="950468" y="697230"/>
                    </a:lnTo>
                    <a:lnTo>
                      <a:pt x="954278" y="686816"/>
                    </a:lnTo>
                    <a:lnTo>
                      <a:pt x="959231" y="676148"/>
                    </a:lnTo>
                    <a:lnTo>
                      <a:pt x="964946" y="658495"/>
                    </a:lnTo>
                    <a:lnTo>
                      <a:pt x="969137" y="648081"/>
                    </a:lnTo>
                    <a:lnTo>
                      <a:pt x="970915" y="642620"/>
                    </a:lnTo>
                    <a:lnTo>
                      <a:pt x="974090" y="631063"/>
                    </a:lnTo>
                    <a:lnTo>
                      <a:pt x="973709" y="630809"/>
                    </a:lnTo>
                    <a:lnTo>
                      <a:pt x="977519" y="618998"/>
                    </a:lnTo>
                    <a:lnTo>
                      <a:pt x="980821" y="601091"/>
                    </a:lnTo>
                    <a:lnTo>
                      <a:pt x="984885" y="584327"/>
                    </a:lnTo>
                    <a:lnTo>
                      <a:pt x="986282" y="571881"/>
                    </a:lnTo>
                    <a:lnTo>
                      <a:pt x="988695" y="558927"/>
                    </a:lnTo>
                    <a:lnTo>
                      <a:pt x="989711" y="542544"/>
                    </a:lnTo>
                    <a:lnTo>
                      <a:pt x="991616" y="526161"/>
                    </a:lnTo>
                    <a:lnTo>
                      <a:pt x="991616" y="511175"/>
                    </a:lnTo>
                    <a:lnTo>
                      <a:pt x="992505" y="49644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53" name="Google Shape;353;p47"/>
              <p:cNvGrpSpPr/>
              <p:nvPr/>
            </p:nvGrpSpPr>
            <p:grpSpPr>
              <a:xfrm>
                <a:off x="570731" y="8660503"/>
                <a:ext cx="373380" cy="356902"/>
                <a:chOff x="0" y="0"/>
                <a:chExt cx="497840" cy="475869"/>
              </a:xfrm>
            </p:grpSpPr>
            <p:sp>
              <p:nvSpPr>
                <p:cNvPr id="354" name="Google Shape;354;p47"/>
                <p:cNvSpPr/>
                <p:nvPr/>
              </p:nvSpPr>
              <p:spPr>
                <a:xfrm>
                  <a:off x="278765" y="147320"/>
                  <a:ext cx="194818" cy="54102"/>
                </a:xfrm>
                <a:custGeom>
                  <a:rect b="b" l="l" r="r" t="t"/>
                  <a:pathLst>
                    <a:path extrusionOk="0" h="54102" w="194818">
                      <a:moveTo>
                        <a:pt x="194818" y="53975"/>
                      </a:moveTo>
                      <a:lnTo>
                        <a:pt x="0" y="53975"/>
                      </a:lnTo>
                      <a:lnTo>
                        <a:pt x="0" y="52959"/>
                      </a:lnTo>
                      <a:lnTo>
                        <a:pt x="13081" y="35433"/>
                      </a:lnTo>
                      <a:lnTo>
                        <a:pt x="32131" y="18288"/>
                      </a:lnTo>
                      <a:lnTo>
                        <a:pt x="59182" y="5207"/>
                      </a:lnTo>
                      <a:lnTo>
                        <a:pt x="96139" y="0"/>
                      </a:lnTo>
                      <a:lnTo>
                        <a:pt x="144907" y="8763"/>
                      </a:lnTo>
                      <a:lnTo>
                        <a:pt x="183896" y="35306"/>
                      </a:lnTo>
                      <a:lnTo>
                        <a:pt x="194691" y="54102"/>
                      </a:lnTo>
                      <a:close/>
                    </a:path>
                  </a:pathLst>
                </a:custGeom>
                <a:solidFill>
                  <a:srgbClr val="FA6D1D"/>
                </a:solidFill>
                <a:ln>
                  <a:noFill/>
                </a:ln>
              </p:spPr>
              <p:txBody>
                <a:bodyPr anchorCtr="0" anchor="t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5" name="Google Shape;355;p47"/>
                <p:cNvSpPr/>
                <p:nvPr/>
              </p:nvSpPr>
              <p:spPr>
                <a:xfrm>
                  <a:off x="172085" y="154813"/>
                  <a:ext cx="317119" cy="321056"/>
                </a:xfrm>
                <a:custGeom>
                  <a:rect b="b" l="l" r="r" t="t"/>
                  <a:pathLst>
                    <a:path extrusionOk="0" h="321056" w="317119">
                      <a:moveTo>
                        <a:pt x="106680" y="321056"/>
                      </a:moveTo>
                      <a:lnTo>
                        <a:pt x="0" y="321056"/>
                      </a:lnTo>
                      <a:lnTo>
                        <a:pt x="254" y="275082"/>
                      </a:lnTo>
                      <a:lnTo>
                        <a:pt x="635" y="171831"/>
                      </a:lnTo>
                      <a:lnTo>
                        <a:pt x="508" y="45466"/>
                      </a:lnTo>
                      <a:lnTo>
                        <a:pt x="127" y="0"/>
                      </a:lnTo>
                      <a:lnTo>
                        <a:pt x="106807" y="0"/>
                      </a:lnTo>
                      <a:lnTo>
                        <a:pt x="106807" y="45466"/>
                      </a:lnTo>
                      <a:lnTo>
                        <a:pt x="106426" y="46228"/>
                      </a:lnTo>
                      <a:lnTo>
                        <a:pt x="106172" y="46482"/>
                      </a:lnTo>
                      <a:lnTo>
                        <a:pt x="301498" y="46482"/>
                      </a:lnTo>
                      <a:lnTo>
                        <a:pt x="316484" y="72771"/>
                      </a:lnTo>
                      <a:lnTo>
                        <a:pt x="317119" y="76708"/>
                      </a:lnTo>
                      <a:lnTo>
                        <a:pt x="165100" y="76708"/>
                      </a:lnTo>
                      <a:lnTo>
                        <a:pt x="145161" y="80137"/>
                      </a:lnTo>
                      <a:lnTo>
                        <a:pt x="107442" y="122555"/>
                      </a:lnTo>
                      <a:lnTo>
                        <a:pt x="106680" y="132207"/>
                      </a:lnTo>
                      <a:lnTo>
                        <a:pt x="106680" y="321056"/>
                      </a:lnTo>
                      <a:close/>
                    </a:path>
                  </a:pathLst>
                </a:custGeom>
                <a:solidFill>
                  <a:srgbClr val="FA6D1D"/>
                </a:solidFill>
                <a:ln>
                  <a:noFill/>
                </a:ln>
              </p:spPr>
              <p:txBody>
                <a:bodyPr anchorCtr="0" anchor="t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6" name="Google Shape;356;p47"/>
                <p:cNvSpPr/>
                <p:nvPr/>
              </p:nvSpPr>
              <p:spPr>
                <a:xfrm>
                  <a:off x="337058" y="231394"/>
                  <a:ext cx="160782" cy="244475"/>
                </a:xfrm>
                <a:custGeom>
                  <a:rect b="b" l="l" r="r" t="t"/>
                  <a:pathLst>
                    <a:path extrusionOk="0" h="244475" w="160782">
                      <a:moveTo>
                        <a:pt x="160782" y="244475"/>
                      </a:moveTo>
                      <a:lnTo>
                        <a:pt x="54102" y="244475"/>
                      </a:lnTo>
                      <a:lnTo>
                        <a:pt x="54102" y="72771"/>
                      </a:lnTo>
                      <a:lnTo>
                        <a:pt x="51054" y="43180"/>
                      </a:lnTo>
                      <a:lnTo>
                        <a:pt x="41529" y="20193"/>
                      </a:lnTo>
                      <a:lnTo>
                        <a:pt x="24765" y="5334"/>
                      </a:lnTo>
                      <a:lnTo>
                        <a:pt x="0" y="0"/>
                      </a:lnTo>
                      <a:lnTo>
                        <a:pt x="152019" y="0"/>
                      </a:lnTo>
                      <a:lnTo>
                        <a:pt x="160782" y="60198"/>
                      </a:lnTo>
                      <a:lnTo>
                        <a:pt x="160782" y="244348"/>
                      </a:lnTo>
                      <a:close/>
                    </a:path>
                  </a:pathLst>
                </a:custGeom>
                <a:solidFill>
                  <a:srgbClr val="FA6D1D"/>
                </a:solidFill>
                <a:ln>
                  <a:noFill/>
                </a:ln>
              </p:spPr>
              <p:txBody>
                <a:bodyPr anchorCtr="0" anchor="t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7" name="Google Shape;357;p47"/>
                <p:cNvSpPr/>
                <p:nvPr/>
              </p:nvSpPr>
              <p:spPr>
                <a:xfrm>
                  <a:off x="0" y="0"/>
                  <a:ext cx="120269" cy="110871"/>
                </a:xfrm>
                <a:custGeom>
                  <a:rect b="b" l="l" r="r" t="t"/>
                  <a:pathLst>
                    <a:path extrusionOk="0" h="110871" w="120269">
                      <a:moveTo>
                        <a:pt x="59817" y="110871"/>
                      </a:moveTo>
                      <a:lnTo>
                        <a:pt x="59055" y="110871"/>
                      </a:lnTo>
                      <a:lnTo>
                        <a:pt x="34671" y="106553"/>
                      </a:lnTo>
                      <a:lnTo>
                        <a:pt x="16129" y="94742"/>
                      </a:lnTo>
                      <a:lnTo>
                        <a:pt x="4191" y="77089"/>
                      </a:lnTo>
                      <a:lnTo>
                        <a:pt x="0" y="55372"/>
                      </a:lnTo>
                      <a:lnTo>
                        <a:pt x="4318" y="33528"/>
                      </a:lnTo>
                      <a:lnTo>
                        <a:pt x="16510" y="15875"/>
                      </a:lnTo>
                      <a:lnTo>
                        <a:pt x="35687" y="4191"/>
                      </a:lnTo>
                      <a:lnTo>
                        <a:pt x="60452" y="0"/>
                      </a:lnTo>
                      <a:lnTo>
                        <a:pt x="84963" y="4191"/>
                      </a:lnTo>
                      <a:lnTo>
                        <a:pt x="103632" y="15875"/>
                      </a:lnTo>
                      <a:lnTo>
                        <a:pt x="115570" y="33401"/>
                      </a:lnTo>
                      <a:lnTo>
                        <a:pt x="120269" y="55372"/>
                      </a:lnTo>
                      <a:lnTo>
                        <a:pt x="116078" y="77089"/>
                      </a:lnTo>
                      <a:lnTo>
                        <a:pt x="104013" y="94742"/>
                      </a:lnTo>
                      <a:lnTo>
                        <a:pt x="84963" y="106553"/>
                      </a:lnTo>
                      <a:lnTo>
                        <a:pt x="59817" y="110871"/>
                      </a:lnTo>
                      <a:close/>
                    </a:path>
                  </a:pathLst>
                </a:custGeom>
                <a:solidFill>
                  <a:srgbClr val="FA6D1D"/>
                </a:solidFill>
                <a:ln>
                  <a:noFill/>
                </a:ln>
              </p:spPr>
              <p:txBody>
                <a:bodyPr anchorCtr="0" anchor="t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8" name="Google Shape;358;p47"/>
                <p:cNvSpPr/>
                <p:nvPr/>
              </p:nvSpPr>
              <p:spPr>
                <a:xfrm>
                  <a:off x="6350" y="154940"/>
                  <a:ext cx="106680" cy="320929"/>
                </a:xfrm>
                <a:custGeom>
                  <a:rect b="b" l="l" r="r" t="t"/>
                  <a:pathLst>
                    <a:path extrusionOk="0" h="320929" w="106680">
                      <a:moveTo>
                        <a:pt x="106680" y="320929"/>
                      </a:moveTo>
                      <a:lnTo>
                        <a:pt x="0" y="320929"/>
                      </a:lnTo>
                      <a:lnTo>
                        <a:pt x="0" y="0"/>
                      </a:lnTo>
                      <a:lnTo>
                        <a:pt x="106680" y="0"/>
                      </a:lnTo>
                      <a:lnTo>
                        <a:pt x="106680" y="320929"/>
                      </a:lnTo>
                      <a:close/>
                    </a:path>
                  </a:pathLst>
                </a:custGeom>
                <a:solidFill>
                  <a:srgbClr val="FA6D1D"/>
                </a:solidFill>
                <a:ln>
                  <a:noFill/>
                </a:ln>
              </p:spPr>
              <p:txBody>
                <a:bodyPr anchorCtr="0" anchor="t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59" name="Google Shape;359;p47"/>
            <p:cNvGrpSpPr/>
            <p:nvPr/>
          </p:nvGrpSpPr>
          <p:grpSpPr>
            <a:xfrm>
              <a:off x="2208200" y="5693263"/>
              <a:ext cx="515853" cy="515922"/>
              <a:chOff x="2275431" y="8517171"/>
              <a:chExt cx="714280" cy="714375"/>
            </a:xfrm>
          </p:grpSpPr>
          <p:sp>
            <p:nvSpPr>
              <p:cNvPr id="360" name="Google Shape;360;p47"/>
              <p:cNvSpPr/>
              <p:nvPr/>
            </p:nvSpPr>
            <p:spPr>
              <a:xfrm>
                <a:off x="2275431" y="8517171"/>
                <a:ext cx="714280" cy="714375"/>
              </a:xfrm>
              <a:custGeom>
                <a:rect b="b" l="l" r="r" t="t"/>
                <a:pathLst>
                  <a:path extrusionOk="0" h="952500" w="952373">
                    <a:moveTo>
                      <a:pt x="476250" y="952500"/>
                    </a:moveTo>
                    <a:lnTo>
                      <a:pt x="417957" y="948944"/>
                    </a:lnTo>
                    <a:lnTo>
                      <a:pt x="360553" y="938276"/>
                    </a:lnTo>
                    <a:lnTo>
                      <a:pt x="304800" y="920623"/>
                    </a:lnTo>
                    <a:lnTo>
                      <a:pt x="251714" y="896239"/>
                    </a:lnTo>
                    <a:lnTo>
                      <a:pt x="201930" y="865632"/>
                    </a:lnTo>
                    <a:lnTo>
                      <a:pt x="156337" y="829183"/>
                    </a:lnTo>
                    <a:lnTo>
                      <a:pt x="115570" y="787273"/>
                    </a:lnTo>
                    <a:lnTo>
                      <a:pt x="80264" y="740791"/>
                    </a:lnTo>
                    <a:lnTo>
                      <a:pt x="50800" y="690372"/>
                    </a:lnTo>
                    <a:lnTo>
                      <a:pt x="27813" y="636651"/>
                    </a:lnTo>
                    <a:lnTo>
                      <a:pt x="11557" y="580644"/>
                    </a:lnTo>
                    <a:lnTo>
                      <a:pt x="2286" y="522986"/>
                    </a:lnTo>
                    <a:lnTo>
                      <a:pt x="0" y="476250"/>
                    </a:lnTo>
                    <a:lnTo>
                      <a:pt x="127" y="464566"/>
                    </a:lnTo>
                    <a:lnTo>
                      <a:pt x="5207" y="406400"/>
                    </a:lnTo>
                    <a:lnTo>
                      <a:pt x="17272" y="349250"/>
                    </a:lnTo>
                    <a:lnTo>
                      <a:pt x="36322" y="294005"/>
                    </a:lnTo>
                    <a:lnTo>
                      <a:pt x="61976" y="241554"/>
                    </a:lnTo>
                    <a:lnTo>
                      <a:pt x="93853" y="192659"/>
                    </a:lnTo>
                    <a:lnTo>
                      <a:pt x="131445" y="147955"/>
                    </a:lnTo>
                    <a:lnTo>
                      <a:pt x="174244" y="108204"/>
                    </a:lnTo>
                    <a:lnTo>
                      <a:pt x="221615" y="74041"/>
                    </a:lnTo>
                    <a:lnTo>
                      <a:pt x="272669" y="45720"/>
                    </a:lnTo>
                    <a:lnTo>
                      <a:pt x="326898" y="24003"/>
                    </a:lnTo>
                    <a:lnTo>
                      <a:pt x="383286" y="9144"/>
                    </a:lnTo>
                    <a:lnTo>
                      <a:pt x="441198" y="1270"/>
                    </a:lnTo>
                    <a:lnTo>
                      <a:pt x="476250" y="0"/>
                    </a:lnTo>
                    <a:lnTo>
                      <a:pt x="487934" y="127"/>
                    </a:lnTo>
                    <a:lnTo>
                      <a:pt x="546100" y="5207"/>
                    </a:lnTo>
                    <a:lnTo>
                      <a:pt x="603250" y="17272"/>
                    </a:lnTo>
                    <a:lnTo>
                      <a:pt x="658495" y="36322"/>
                    </a:lnTo>
                    <a:lnTo>
                      <a:pt x="710946" y="61976"/>
                    </a:lnTo>
                    <a:lnTo>
                      <a:pt x="759841" y="93853"/>
                    </a:lnTo>
                    <a:lnTo>
                      <a:pt x="804545" y="131445"/>
                    </a:lnTo>
                    <a:lnTo>
                      <a:pt x="844296" y="174244"/>
                    </a:lnTo>
                    <a:lnTo>
                      <a:pt x="878459" y="221615"/>
                    </a:lnTo>
                    <a:lnTo>
                      <a:pt x="906653" y="272796"/>
                    </a:lnTo>
                    <a:lnTo>
                      <a:pt x="928370" y="327025"/>
                    </a:lnTo>
                    <a:lnTo>
                      <a:pt x="943229" y="383540"/>
                    </a:lnTo>
                    <a:lnTo>
                      <a:pt x="951103" y="441452"/>
                    </a:lnTo>
                    <a:lnTo>
                      <a:pt x="952373" y="476504"/>
                    </a:lnTo>
                    <a:lnTo>
                      <a:pt x="952246" y="488188"/>
                    </a:lnTo>
                    <a:lnTo>
                      <a:pt x="947293" y="546100"/>
                    </a:lnTo>
                    <a:lnTo>
                      <a:pt x="935228" y="603250"/>
                    </a:lnTo>
                    <a:lnTo>
                      <a:pt x="916178" y="658495"/>
                    </a:lnTo>
                    <a:lnTo>
                      <a:pt x="890524" y="710946"/>
                    </a:lnTo>
                    <a:lnTo>
                      <a:pt x="858647" y="759841"/>
                    </a:lnTo>
                    <a:lnTo>
                      <a:pt x="821055" y="804545"/>
                    </a:lnTo>
                    <a:lnTo>
                      <a:pt x="778256" y="844296"/>
                    </a:lnTo>
                    <a:lnTo>
                      <a:pt x="730885" y="878459"/>
                    </a:lnTo>
                    <a:lnTo>
                      <a:pt x="679704" y="906653"/>
                    </a:lnTo>
                    <a:lnTo>
                      <a:pt x="625475" y="928370"/>
                    </a:lnTo>
                    <a:lnTo>
                      <a:pt x="568960" y="943229"/>
                    </a:lnTo>
                    <a:lnTo>
                      <a:pt x="511048" y="951103"/>
                    </a:lnTo>
                    <a:lnTo>
                      <a:pt x="475996" y="95237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361" name="Google Shape;361;p4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376304" y="8620172"/>
                <a:ext cx="512536" cy="51253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362" name="Google Shape;362;p47"/>
          <p:cNvSpPr txBox="1"/>
          <p:nvPr/>
        </p:nvSpPr>
        <p:spPr>
          <a:xfrm>
            <a:off x="2394159" y="2289217"/>
            <a:ext cx="4355700" cy="67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alibri"/>
              <a:buNone/>
            </a:pPr>
            <a:r>
              <a:rPr b="1" i="0" lang="en" sz="5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1100"/>
          </a:p>
        </p:txBody>
      </p:sp>
      <p:sp>
        <p:nvSpPr>
          <p:cNvPr id="363" name="Google Shape;363;p47"/>
          <p:cNvSpPr txBox="1"/>
          <p:nvPr/>
        </p:nvSpPr>
        <p:spPr>
          <a:xfrm>
            <a:off x="3028956" y="3372264"/>
            <a:ext cx="31965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125" lIns="14125" spcFirstLastPara="1" rIns="14125" wrap="square" tIns="141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MUMBAI | GURUGRAM</a:t>
            </a:r>
            <a:r>
              <a:rPr lang="en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| </a:t>
            </a:r>
            <a:r>
              <a:rPr b="0" i="0" lang="en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KOLKATA</a:t>
            </a:r>
            <a:endParaRPr sz="1100"/>
          </a:p>
        </p:txBody>
      </p:sp>
      <p:cxnSp>
        <p:nvCxnSpPr>
          <p:cNvPr id="364" name="Google Shape;364;p47"/>
          <p:cNvCxnSpPr/>
          <p:nvPr/>
        </p:nvCxnSpPr>
        <p:spPr>
          <a:xfrm>
            <a:off x="3167492" y="3710783"/>
            <a:ext cx="30534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miter lim="400000"/>
            <a:headEnd len="sm" w="sm" type="none"/>
            <a:tailEnd len="sm" w="sm" type="none"/>
          </a:ln>
        </p:spPr>
      </p:cxnSp>
      <p:pic>
        <p:nvPicPr>
          <p:cNvPr id="365" name="Google Shape;365;p47"/>
          <p:cNvPicPr preferRelativeResize="0"/>
          <p:nvPr/>
        </p:nvPicPr>
        <p:blipFill rotWithShape="1">
          <a:blip r:embed="rId4">
            <a:alphaModFix/>
          </a:blip>
          <a:srcRect b="0" l="18558" r="18552" t="0"/>
          <a:stretch/>
        </p:blipFill>
        <p:spPr>
          <a:xfrm>
            <a:off x="3985733" y="1007945"/>
            <a:ext cx="1172535" cy="10291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