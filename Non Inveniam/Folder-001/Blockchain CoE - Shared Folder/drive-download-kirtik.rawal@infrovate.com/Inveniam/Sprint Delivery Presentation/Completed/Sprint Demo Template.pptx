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4"/>
  </p:notesMasterIdLst>
  <p:sldIdLst>
    <p:sldId id="256" r:id="rId2"/>
    <p:sldId id="257" r:id="rId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417e4f6b5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417e4f6b5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2417e4f6b5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2417e4f6b5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 rotWithShape="1">
          <a:blip r:embed="rId3">
            <a:alphaModFix/>
          </a:blip>
          <a:srcRect l="12846"/>
          <a:stretch/>
        </p:blipFill>
        <p:spPr>
          <a:xfrm>
            <a:off x="0" y="-66375"/>
            <a:ext cx="9143999" cy="5209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02074" y="285125"/>
            <a:ext cx="3416100" cy="210852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176975" y="3035200"/>
            <a:ext cx="8641200" cy="1467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6000"/>
              </a:spcAft>
              <a:buNone/>
            </a:pPr>
            <a:r>
              <a:rPr lang="uk" sz="2900" b="1" dirty="0">
                <a:solidFill>
                  <a:srgbClr val="FFFFFF"/>
                </a:solidFill>
              </a:rPr>
              <a:t>Sprint 2 Q2 2023</a:t>
            </a:r>
            <a:endParaRPr sz="2900" b="1" dirty="0">
              <a:solidFill>
                <a:srgbClr val="FFFFFF"/>
              </a:solidFill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176975" y="3787375"/>
            <a:ext cx="6473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1600">
                <a:solidFill>
                  <a:schemeClr val="lt1"/>
                </a:solidFill>
              </a:rPr>
              <a:t>Dale Team: Mohammed Imroz Malik (PM), Pragati Sarjerao (PO), </a:t>
            </a:r>
            <a:endParaRPr sz="16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267450" y="892012"/>
            <a:ext cx="7632600" cy="8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" sz="2555" dirty="0">
                <a:solidFill>
                  <a:srgbClr val="0D5493"/>
                </a:solidFill>
                <a:highlight>
                  <a:schemeClr val="lt1"/>
                </a:highlight>
              </a:rPr>
              <a:t>What we’ve been working on</a:t>
            </a:r>
            <a:r>
              <a:rPr lang="en-US" sz="2555" dirty="0">
                <a:solidFill>
                  <a:srgbClr val="0D5493"/>
                </a:solidFill>
                <a:highlight>
                  <a:schemeClr val="lt1"/>
                </a:highlight>
              </a:rPr>
              <a:t> …</a:t>
            </a:r>
            <a:endParaRPr sz="1800" dirty="0"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267450" y="1794050"/>
            <a:ext cx="7245300" cy="276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uk" dirty="0"/>
              <a:t>Item 1 </a:t>
            </a:r>
            <a:r>
              <a:rPr lang="en-US" dirty="0"/>
              <a:t>+ Progress + Goal (</a:t>
            </a:r>
            <a:r>
              <a:rPr lang="uk" dirty="0"/>
              <a:t>what we have achieved with it, why we are doing it, what PI objective is it related to..</a:t>
            </a:r>
            <a:r>
              <a:rPr lang="en-US" dirty="0"/>
              <a:t>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uk" dirty="0"/>
              <a:t>Item 2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uk" dirty="0"/>
              <a:t>Item 3</a:t>
            </a:r>
            <a:endParaRPr dirty="0"/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12725" y="59575"/>
            <a:ext cx="2171700" cy="76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57</Words>
  <Application>Microsoft Office PowerPoint</Application>
  <PresentationFormat>On-screen Show (16:9)</PresentationFormat>
  <Paragraphs>6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Simple Light</vt:lpstr>
      <vt:lpstr>PowerPoint Presentation</vt:lpstr>
      <vt:lpstr>What we’ve been working on 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Daria Shynkarenko</cp:lastModifiedBy>
  <cp:revision>3</cp:revision>
  <dcterms:modified xsi:type="dcterms:W3CDTF">2023-05-10T14:30:39Z</dcterms:modified>
</cp:coreProperties>
</file>