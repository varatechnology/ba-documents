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.xml"/>
  <Override ContentType="application/vnd.openxmlformats-officedocument.custom-properties+xml" PartName="/docProps/custom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custom-properties" Target="docProps/custom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49">
          <p15:clr>
            <a:srgbClr val="000000"/>
          </p15:clr>
        </p15:guide>
        <p15:guide id="2" pos="2863">
          <p15:clr>
            <a:srgbClr val="000000"/>
          </p15:clr>
        </p15:guide>
      </p15:sldGuideLst>
    </p:ext>
    <p:ext uri="GoogleSlidesCustomDataVersion2">
      <go:slidesCustomData xmlns:go="http://customooxmlschemas.google.com/" r:id="rId8" roundtripDataSignature="AMtx7mjIiUMN3zN+M2So/lNKPQUwMDG+i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49" orient="horz"/>
        <p:guide pos="2863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customschemas.google.com/relationships/presentationmetadata" Target="metadata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52" name="Google Shape;52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110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8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60" name="Google Shape;60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11430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rPr lang="en-US"/>
              <a:t>Task + Progress + Goal (what we have achieved with it, why we are doing it, what PI objective is it related to..)</a:t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3" name="Google Shape;13;p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4" name="Google Shape;14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7" name="Google Shape;17;p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8" name="Google Shape;18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9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Google Shape;20;p9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21" name="Google Shape;2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2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1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4" name="Google Shape;24;p10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5" name="Google Shape;25;p10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6" name="Google Shape;26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1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9" name="Google Shape;2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12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2" name="Google Shape;32;p12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4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13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6" name="Google Shape;36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7" name="Shape 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Google Shape;38;p14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9" name="Google Shape;39;p14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0" name="Google Shape;40;p14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41" name="Google Shape;41;p14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2" name="Google Shape;42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15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5" name="Google Shape;45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16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8" name="Google Shape;48;p16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9" name="Google Shape;49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3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"/>
          <p:cNvPicPr preferRelativeResize="0"/>
          <p:nvPr/>
        </p:nvPicPr>
        <p:blipFill rotWithShape="1">
          <a:blip r:embed="rId3">
            <a:alphaModFix/>
          </a:blip>
          <a:srcRect b="0" l="12845" r="0" t="0"/>
          <a:stretch/>
        </p:blipFill>
        <p:spPr>
          <a:xfrm>
            <a:off x="0" y="-66375"/>
            <a:ext cx="9143999" cy="5209875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02074" y="285125"/>
            <a:ext cx="3416100" cy="2108525"/>
          </a:xfrm>
          <a:prstGeom prst="rect">
            <a:avLst/>
          </a:prstGeom>
          <a:noFill/>
          <a:ln>
            <a:noFill/>
          </a:ln>
        </p:spPr>
      </p:pic>
      <p:sp>
        <p:nvSpPr>
          <p:cNvPr id="56" name="Google Shape;56;p1"/>
          <p:cNvSpPr txBox="1"/>
          <p:nvPr/>
        </p:nvSpPr>
        <p:spPr>
          <a:xfrm>
            <a:off x="176975" y="3035200"/>
            <a:ext cx="8641200" cy="6940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6000"/>
              </a:spcAft>
              <a:buClr>
                <a:srgbClr val="000000"/>
              </a:buClr>
              <a:buSzPts val="2900"/>
              <a:buFont typeface="Arial"/>
              <a:buNone/>
            </a:pPr>
            <a:r>
              <a:rPr b="1" i="0" lang="en-US" sz="2900" u="none" cap="none" strike="noStrike">
                <a:solidFill>
                  <a:srgbClr val="FFFFFF"/>
                </a:solidFill>
                <a:latin typeface="Arial"/>
                <a:ea typeface="Arial"/>
                <a:cs typeface="Arial"/>
                <a:sym typeface="Arial"/>
              </a:rPr>
              <a:t>Sprint 4 Q2 2023</a:t>
            </a:r>
            <a:endParaRPr b="1" i="0" sz="2900" u="none" cap="none" strike="noStrike">
              <a:solidFill>
                <a:srgbClr val="FFFFFF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7" name="Google Shape;57;p1"/>
          <p:cNvSpPr txBox="1"/>
          <p:nvPr/>
        </p:nvSpPr>
        <p:spPr>
          <a:xfrm>
            <a:off x="176975" y="3787375"/>
            <a:ext cx="6473100" cy="427355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b="0" i="0" lang="en-US" sz="1600" u="none" cap="none" strike="noStrik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rPr>
              <a:t>Gadget Vara: Kirtik Rawal (PM), Faiza Taj (PO) </a:t>
            </a:r>
            <a:endParaRPr b="0" i="0" sz="1600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2"/>
          <p:cNvSpPr txBox="1"/>
          <p:nvPr>
            <p:ph type="title"/>
          </p:nvPr>
        </p:nvSpPr>
        <p:spPr>
          <a:xfrm>
            <a:off x="267450" y="892012"/>
            <a:ext cx="7632600" cy="83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</a:pPr>
            <a:r>
              <a:rPr lang="en-US" sz="2555">
                <a:solidFill>
                  <a:srgbClr val="0D5493"/>
                </a:solidFill>
                <a:highlight>
                  <a:schemeClr val="lt1"/>
                </a:highlight>
              </a:rPr>
              <a:t>What we’ve been working on …</a:t>
            </a:r>
            <a:endParaRPr sz="1800"/>
          </a:p>
        </p:txBody>
      </p:sp>
      <p:sp>
        <p:nvSpPr>
          <p:cNvPr id="63" name="Google Shape;63;p2"/>
          <p:cNvSpPr txBox="1"/>
          <p:nvPr>
            <p:ph idx="1" type="body"/>
          </p:nvPr>
        </p:nvSpPr>
        <p:spPr>
          <a:xfrm>
            <a:off x="267335" y="1793875"/>
            <a:ext cx="8566150" cy="276733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Hub Transaction Report Enhancement - Ledger Explorer Links -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[Hub- Left Side Menu] Display Build Version -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Investigate connection of DLT events to Eventstore - 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Achieved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[INV]Disconnect Ledger if No Documents Synced Yet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 - Not Achieved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Enable SSO capability for the Hub (using Auth0)</a:t>
            </a:r>
            <a:r>
              <a:rPr b="1" lang="en-US">
                <a:latin typeface="Calibri"/>
                <a:ea typeface="Calibri"/>
                <a:cs typeface="Calibri"/>
                <a:sym typeface="Calibri"/>
              </a:rPr>
              <a:t> - On Hold</a:t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No. Of Bug Resolved - 5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3429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n-US">
                <a:latin typeface="Calibri"/>
                <a:ea typeface="Calibri"/>
                <a:cs typeface="Calibri"/>
                <a:sym typeface="Calibri"/>
              </a:rPr>
              <a:t>No. of Support Ticket Resolved - 7</a:t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 b="1"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  <a:p>
            <a:pPr indent="-2286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</a:pPr>
            <a:r>
              <a:t/>
            </a:r>
            <a:endParaRPr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64" name="Google Shape;64;p2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6912725" y="59575"/>
            <a:ext cx="2171700" cy="7620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2023-05-11T07:14:00Z</dcterms:creat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6037C7F04D194443BD0BD2ACEF14218C</vt:lpwstr>
  </property>
  <property fmtid="{D5CDD505-2E9C-101B-9397-08002B2CF9AE}" pid="3" name="KSOProductBuildVer">
    <vt:lpwstr>1033-11.2.0.11537</vt:lpwstr>
  </property>
</Properties>
</file>