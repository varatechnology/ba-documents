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82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1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85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4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92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64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91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2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735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004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79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57C42-6268-4AE2-8479-6A243AF6EC12}" type="datetimeFigureOut">
              <a:rPr lang="en-IN" smtClean="0"/>
              <a:t>25-03-2021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42D05-2892-4BA9-86A1-D6CF6FAAE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94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85"/>
          <a:stretch/>
        </p:blipFill>
        <p:spPr>
          <a:xfrm>
            <a:off x="841388" y="123478"/>
            <a:ext cx="6738730" cy="490766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148064" y="1059582"/>
            <a:ext cx="252000" cy="252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rgbClr val="002060"/>
                </a:solidFill>
              </a:rPr>
              <a:t>1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6084168" y="1488998"/>
            <a:ext cx="252000" cy="252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rgbClr val="002060"/>
                </a:solidFill>
              </a:rPr>
              <a:t>1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475656" y="3939902"/>
            <a:ext cx="252000" cy="252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rgbClr val="002060"/>
                </a:solidFill>
              </a:rPr>
              <a:t>2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75856" y="2303201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2060"/>
                </a:solidFill>
              </a:rPr>
              <a:t>Fabric Client</a:t>
            </a:r>
            <a:endParaRPr lang="en-IN" sz="1000" dirty="0">
              <a:solidFill>
                <a:srgbClr val="00206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572000" y="3972741"/>
            <a:ext cx="252000" cy="252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rgbClr val="002060"/>
                </a:solidFill>
              </a:rPr>
              <a:t>3</a:t>
            </a:r>
            <a:endParaRPr lang="en-IN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73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519023" y="132136"/>
            <a:ext cx="252000" cy="252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rgbClr val="002060"/>
                </a:solidFill>
              </a:rPr>
              <a:t>1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862" y="43757"/>
            <a:ext cx="792088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</a:rPr>
              <a:t>Integration with internal system (SAP) from cloud and ports: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2060"/>
                </a:solidFill>
              </a:rPr>
              <a:t>TLS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2060"/>
                </a:solidFill>
              </a:rPr>
              <a:t>Basic </a:t>
            </a:r>
            <a:r>
              <a:rPr lang="en-US" sz="1400" dirty="0" err="1" smtClean="0">
                <a:solidFill>
                  <a:srgbClr val="002060"/>
                </a:solidFill>
              </a:rPr>
              <a:t>authorisation</a:t>
            </a:r>
            <a:r>
              <a:rPr lang="en-US" sz="1400" dirty="0" smtClean="0">
                <a:solidFill>
                  <a:srgbClr val="002060"/>
                </a:solidFill>
              </a:rPr>
              <a:t>: (</a:t>
            </a:r>
            <a:r>
              <a:rPr lang="en-US" sz="1400" dirty="0" err="1" smtClean="0">
                <a:solidFill>
                  <a:srgbClr val="002060"/>
                </a:solidFill>
              </a:rPr>
              <a:t>UserID</a:t>
            </a:r>
            <a:r>
              <a:rPr lang="en-US" sz="1400" dirty="0" smtClean="0">
                <a:solidFill>
                  <a:srgbClr val="002060"/>
                </a:solidFill>
              </a:rPr>
              <a:t>, Password)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2060"/>
                </a:solidFill>
              </a:rPr>
              <a:t>Port = 9000</a:t>
            </a:r>
          </a:p>
          <a:p>
            <a:r>
              <a:rPr lang="en-US" sz="1400" dirty="0" smtClean="0">
                <a:solidFill>
                  <a:srgbClr val="002060"/>
                </a:solidFill>
              </a:rPr>
              <a:t>We have shared an URL (https)</a:t>
            </a:r>
          </a:p>
          <a:p>
            <a:r>
              <a:rPr lang="en-US" sz="1400" dirty="0" smtClean="0">
                <a:solidFill>
                  <a:srgbClr val="002060"/>
                </a:solidFill>
              </a:rPr>
              <a:t>TSL pushes data to blockchain layer, we are not accessing SAP</a:t>
            </a:r>
          </a:p>
          <a:p>
            <a:r>
              <a:rPr lang="en-US" sz="1400" dirty="0" smtClean="0">
                <a:solidFill>
                  <a:srgbClr val="002060"/>
                </a:solidFill>
              </a:rPr>
              <a:t>Port used = 9000</a:t>
            </a:r>
          </a:p>
          <a:p>
            <a:endParaRPr lang="en-US" sz="1400" dirty="0" smtClean="0">
              <a:solidFill>
                <a:srgbClr val="002060"/>
              </a:solidFill>
            </a:endParaRP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</a:rPr>
              <a:t>Emudra</a:t>
            </a:r>
            <a:endParaRPr lang="en-US" sz="1400" dirty="0">
              <a:solidFill>
                <a:srgbClr val="002060"/>
              </a:solidFill>
            </a:endParaRP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>
                <a:solidFill>
                  <a:srgbClr val="002060"/>
                </a:solidFill>
              </a:rPr>
              <a:t>SMS gateway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>
                <a:solidFill>
                  <a:srgbClr val="002060"/>
                </a:solidFill>
              </a:rPr>
              <a:t>SMTP server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>
                <a:solidFill>
                  <a:srgbClr val="002060"/>
                </a:solidFill>
              </a:rPr>
              <a:t>Terms &amp; Conditions service</a:t>
            </a:r>
          </a:p>
          <a:p>
            <a:r>
              <a:rPr lang="en-US" sz="1400" dirty="0">
                <a:solidFill>
                  <a:srgbClr val="002060"/>
                </a:solidFill>
              </a:rPr>
              <a:t>All are outbound call from (Port: 9000, 9001, 9002</a:t>
            </a:r>
            <a:r>
              <a:rPr lang="en-US" sz="1400" dirty="0" smtClean="0">
                <a:solidFill>
                  <a:srgbClr val="002060"/>
                </a:solidFill>
              </a:rPr>
              <a:t>)</a:t>
            </a:r>
            <a:endParaRPr lang="en-IN" sz="1400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023" y="2840037"/>
            <a:ext cx="540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>
                <a:solidFill>
                  <a:srgbClr val="002060"/>
                </a:solidFill>
              </a:rPr>
              <a:t>We are not accessing any external services so far.</a:t>
            </a:r>
          </a:p>
        </p:txBody>
      </p:sp>
      <p:sp>
        <p:nvSpPr>
          <p:cNvPr id="10" name="Oval 9"/>
          <p:cNvSpPr/>
          <p:nvPr/>
        </p:nvSpPr>
        <p:spPr>
          <a:xfrm>
            <a:off x="495314" y="3185794"/>
            <a:ext cx="252000" cy="252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rgbClr val="002060"/>
                </a:solidFill>
              </a:rPr>
              <a:t>2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4799" y="3147814"/>
            <a:ext cx="7920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</a:rPr>
              <a:t>SSL Certificates: TSL has provided SSL certificates. Certificates to be instantiated to both the servers by TSL</a:t>
            </a:r>
            <a:endParaRPr lang="en-IN" sz="1400" dirty="0">
              <a:solidFill>
                <a:srgbClr val="00206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95314" y="3615894"/>
            <a:ext cx="252000" cy="252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rgbClr val="002060"/>
                </a:solidFill>
              </a:rPr>
              <a:t>3</a:t>
            </a:r>
            <a:endParaRPr lang="en-IN" sz="1400" b="1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2252" y="3543062"/>
            <a:ext cx="792088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</a:rPr>
              <a:t>Communication </a:t>
            </a:r>
            <a:r>
              <a:rPr lang="en-US" sz="1400" dirty="0">
                <a:solidFill>
                  <a:srgbClr val="002060"/>
                </a:solidFill>
              </a:rPr>
              <a:t>between the webserver (VM2) and our application (mobile app and browser app</a:t>
            </a:r>
            <a:r>
              <a:rPr lang="en-US" sz="1400" dirty="0" smtClean="0">
                <a:solidFill>
                  <a:srgbClr val="002060"/>
                </a:solidFill>
              </a:rPr>
              <a:t>)</a:t>
            </a:r>
          </a:p>
          <a:p>
            <a:r>
              <a:rPr lang="en-US" sz="1400" dirty="0">
                <a:solidFill>
                  <a:srgbClr val="002060"/>
                </a:solidFill>
              </a:rPr>
              <a:t>We are using https for the </a:t>
            </a:r>
            <a:r>
              <a:rPr lang="en-US" sz="1400" dirty="0" smtClean="0">
                <a:solidFill>
                  <a:srgbClr val="002060"/>
                </a:solidFill>
              </a:rPr>
              <a:t>communication</a:t>
            </a:r>
            <a:endParaRPr lang="en-US" sz="1400" dirty="0">
              <a:solidFill>
                <a:srgbClr val="002060"/>
              </a:solidFill>
            </a:endParaRPr>
          </a:p>
          <a:p>
            <a:r>
              <a:rPr lang="en-US" sz="1400" dirty="0">
                <a:solidFill>
                  <a:srgbClr val="002060"/>
                </a:solidFill>
              </a:rPr>
              <a:t> </a:t>
            </a:r>
            <a:r>
              <a:rPr lang="en-US" sz="1400" dirty="0" smtClean="0">
                <a:solidFill>
                  <a:srgbClr val="002060"/>
                </a:solidFill>
              </a:rPr>
              <a:t>JWT </a:t>
            </a:r>
            <a:r>
              <a:rPr lang="en-US" sz="1400" dirty="0">
                <a:solidFill>
                  <a:srgbClr val="002060"/>
                </a:solidFill>
              </a:rPr>
              <a:t>(JSON Web token) is used to ensure enhanced </a:t>
            </a:r>
            <a:r>
              <a:rPr lang="en-US" sz="1400" dirty="0" smtClean="0">
                <a:solidFill>
                  <a:srgbClr val="002060"/>
                </a:solidFill>
              </a:rPr>
              <a:t>security</a:t>
            </a:r>
            <a:endParaRPr lang="en-US" sz="1400" dirty="0">
              <a:solidFill>
                <a:srgbClr val="002060"/>
              </a:solidFill>
            </a:endParaRPr>
          </a:p>
          <a:p>
            <a:r>
              <a:rPr lang="en-US" sz="1400" dirty="0">
                <a:solidFill>
                  <a:srgbClr val="002060"/>
                </a:solidFill>
              </a:rPr>
              <a:t> </a:t>
            </a:r>
            <a:r>
              <a:rPr lang="en-US" sz="1400" dirty="0" smtClean="0">
                <a:solidFill>
                  <a:srgbClr val="002060"/>
                </a:solidFill>
              </a:rPr>
              <a:t>Ports </a:t>
            </a:r>
            <a:r>
              <a:rPr lang="en-US" sz="1400" dirty="0">
                <a:solidFill>
                  <a:srgbClr val="002060"/>
                </a:solidFill>
              </a:rPr>
              <a:t>open are 9000, 9001, 9002, 9003</a:t>
            </a:r>
            <a:r>
              <a:rPr lang="en-US" sz="1400" dirty="0" smtClean="0">
                <a:solidFill>
                  <a:srgbClr val="002060"/>
                </a:solidFill>
              </a:rPr>
              <a:t>.</a:t>
            </a:r>
            <a:endParaRPr lang="en-US" sz="1400" dirty="0">
              <a:solidFill>
                <a:srgbClr val="002060"/>
              </a:solidFill>
            </a:endParaRPr>
          </a:p>
          <a:p>
            <a:r>
              <a:rPr lang="en-US" sz="1400" dirty="0">
                <a:solidFill>
                  <a:srgbClr val="002060"/>
                </a:solidFill>
              </a:rPr>
              <a:t> </a:t>
            </a:r>
            <a:r>
              <a:rPr lang="en-US" sz="1400" dirty="0" smtClean="0">
                <a:solidFill>
                  <a:srgbClr val="002060"/>
                </a:solidFill>
              </a:rPr>
              <a:t>As </a:t>
            </a:r>
            <a:r>
              <a:rPr lang="en-US" sz="1400" dirty="0">
                <a:solidFill>
                  <a:srgbClr val="002060"/>
                </a:solidFill>
              </a:rPr>
              <a:t>no external ports are open in VM1 so with open port of VM2 9003 we are accessing port 5984 (internal port of VM1) for debugging purposes. We are </a:t>
            </a:r>
            <a:r>
              <a:rPr lang="en-US" sz="1400" dirty="0" smtClean="0">
                <a:solidFill>
                  <a:srgbClr val="002060"/>
                </a:solidFill>
              </a:rPr>
              <a:t>running </a:t>
            </a:r>
            <a:r>
              <a:rPr lang="en-US" sz="1400" dirty="0">
                <a:solidFill>
                  <a:srgbClr val="002060"/>
                </a:solidFill>
              </a:rPr>
              <a:t>a proxy server to access port 5984. The proxy server is also listening in https</a:t>
            </a:r>
            <a:r>
              <a:rPr lang="en-US" sz="1400" dirty="0" smtClean="0">
                <a:solidFill>
                  <a:srgbClr val="002060"/>
                </a:solidFill>
              </a:rPr>
              <a:t>.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19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512" y="771550"/>
            <a:ext cx="8180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2060"/>
                </a:solidFill>
              </a:rPr>
              <a:t>Fabric Client: </a:t>
            </a:r>
            <a:r>
              <a:rPr lang="en-US" sz="1400" dirty="0" smtClean="0">
                <a:solidFill>
                  <a:srgbClr val="002060"/>
                </a:solidFill>
              </a:rPr>
              <a:t>Internal ports written in </a:t>
            </a:r>
            <a:r>
              <a:rPr lang="en-US" sz="1400" dirty="0" err="1" smtClean="0">
                <a:solidFill>
                  <a:srgbClr val="002060"/>
                </a:solidFill>
              </a:rPr>
              <a:t>docker</a:t>
            </a:r>
            <a:r>
              <a:rPr lang="en-US" sz="1400" dirty="0" smtClean="0">
                <a:solidFill>
                  <a:srgbClr val="002060"/>
                </a:solidFill>
              </a:rPr>
              <a:t> compose. </a:t>
            </a:r>
          </a:p>
          <a:p>
            <a:r>
              <a:rPr lang="en-US" sz="1400" dirty="0">
                <a:solidFill>
                  <a:srgbClr val="002060"/>
                </a:solidFill>
              </a:rPr>
              <a:t>Internal </a:t>
            </a:r>
            <a:r>
              <a:rPr lang="en-US" sz="1400" dirty="0" smtClean="0">
                <a:solidFill>
                  <a:srgbClr val="002060"/>
                </a:solidFill>
              </a:rPr>
              <a:t>ports: 7054; 7050; 7051; 7053; 5984; 8051; 8053; 6984; 9051; 9053; 7984; 10051; 10053; 8984</a:t>
            </a:r>
            <a:endParaRPr lang="en-IN" sz="14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339502"/>
            <a:ext cx="8180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2060"/>
                </a:solidFill>
              </a:rPr>
              <a:t>At VM2, port open </a:t>
            </a:r>
            <a:r>
              <a:rPr lang="en-US" sz="1400" dirty="0" smtClean="0">
                <a:solidFill>
                  <a:srgbClr val="002060"/>
                </a:solidFill>
              </a:rPr>
              <a:t>: 9000, 9001, 9002, 9003</a:t>
            </a:r>
          </a:p>
          <a:p>
            <a:r>
              <a:rPr lang="en-US" sz="1400" dirty="0" smtClean="0">
                <a:solidFill>
                  <a:srgbClr val="002060"/>
                </a:solidFill>
              </a:rPr>
              <a:t>At (9003, we are running a proxy server to access port 5984 (</a:t>
            </a:r>
            <a:r>
              <a:rPr lang="en-US" sz="1400" dirty="0" err="1" smtClean="0">
                <a:solidFill>
                  <a:srgbClr val="002060"/>
                </a:solidFill>
              </a:rPr>
              <a:t>couchdb</a:t>
            </a:r>
            <a:r>
              <a:rPr lang="en-US" sz="1400" dirty="0" smtClean="0">
                <a:solidFill>
                  <a:srgbClr val="002060"/>
                </a:solidFill>
              </a:rPr>
              <a:t>) of VM1 for debugging purpose</a:t>
            </a:r>
            <a:endParaRPr lang="en-IN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238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208</Words>
  <Application>Microsoft Office PowerPoint</Application>
  <PresentationFormat>On-screen Show (16:9)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SanchariC</dc:creator>
  <cp:lastModifiedBy>Sanchari</cp:lastModifiedBy>
  <cp:revision>3</cp:revision>
  <dcterms:created xsi:type="dcterms:W3CDTF">2020-02-11T06:01:51Z</dcterms:created>
  <dcterms:modified xsi:type="dcterms:W3CDTF">2021-03-25T14:23:03Z</dcterms:modified>
</cp:coreProperties>
</file>