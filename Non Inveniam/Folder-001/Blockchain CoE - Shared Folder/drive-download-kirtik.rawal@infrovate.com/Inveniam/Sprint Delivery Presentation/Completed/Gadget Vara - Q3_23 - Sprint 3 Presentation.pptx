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49">
          <p15:clr>
            <a:srgbClr val="000000"/>
          </p15:clr>
        </p15:guide>
        <p15:guide id="2" pos="2863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G9E5YuvaFNyb814RA1hyY6rn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9" orient="horz"/>
        <p:guide pos="28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0b7a7f0b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60b7a7f0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7913e900d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27913e900d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12842" r="0" t="0"/>
          <a:stretch/>
        </p:blipFill>
        <p:spPr>
          <a:xfrm>
            <a:off x="0" y="-66375"/>
            <a:ext cx="9143999" cy="5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2074" y="285125"/>
            <a:ext cx="3416100" cy="21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76975" y="3035200"/>
            <a:ext cx="8641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600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</a:t>
            </a:r>
            <a:r>
              <a:rPr b="1" lang="en-US" sz="2900">
                <a:solidFill>
                  <a:srgbClr val="FFFFFF"/>
                </a:solidFill>
              </a:rPr>
              <a:t>3</a:t>
            </a: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Q3 2023</a:t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76975" y="3787375"/>
            <a:ext cx="8967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Gadget Vara Team: Kirtik Rawal, Faiza Taj</a:t>
            </a:r>
            <a:r>
              <a:rPr lang="en-US" sz="1600">
                <a:solidFill>
                  <a:schemeClr val="lt1"/>
                </a:solidFill>
              </a:rPr>
              <a:t>, Animesh Kotka, Soumajit Das, Soumyajit Ghosh, Yogesh Majila, Shivam Gaur, Payal Jain, Moumita Ghosh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>
            <p:ph idx="1" type="body"/>
          </p:nvPr>
        </p:nvSpPr>
        <p:spPr>
          <a:xfrm>
            <a:off x="261925" y="1664950"/>
            <a:ext cx="8566200" cy="3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Integration of MasterCard MTN with Inveniam via HUB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Investigation for MasterCard MTN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MasterCard MTN Demo Application &amp; POC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Hub MS on Inveniam for MTN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Integration of MasterCard MTN with HUB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Create modules to integrate MasterCard MTN to Hub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Smart contracts on MasterCard MTN Testnet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Deploy Smart contracts on MasterCard MTN Testnet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0b7a7f0bc_0_6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sp>
        <p:nvSpPr>
          <p:cNvPr id="70" name="Google Shape;70;g260b7a7f0bc_0_6"/>
          <p:cNvSpPr txBox="1"/>
          <p:nvPr>
            <p:ph idx="1" type="body"/>
          </p:nvPr>
        </p:nvSpPr>
        <p:spPr>
          <a:xfrm>
            <a:off x="261925" y="1723600"/>
            <a:ext cx="8566200" cy="3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Tokeny ONCHAINID Linkage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Tokenization Platform Screen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On Hold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Connect ONCHAINID with the TREX token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Not 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Move to New Ethereum test network - Sepolia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Deploy smart contract (Inveniam) for Sepolia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Add support for Sepolia network (Hub)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Connection Profile with option to select Sepolia on Hub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usage of Sepolia where Metamask is used on Inveniam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Add support for Sepolia network (Hub MS)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g260b7a7f0bc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913e900dc_0_19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sp>
        <p:nvSpPr>
          <p:cNvPr id="77" name="Google Shape;77;g27913e900dc_0_19"/>
          <p:cNvSpPr txBox="1"/>
          <p:nvPr>
            <p:ph idx="1" type="body"/>
          </p:nvPr>
        </p:nvSpPr>
        <p:spPr>
          <a:xfrm>
            <a:off x="267325" y="1570475"/>
            <a:ext cx="85662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552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850">
                <a:latin typeface="Calibri"/>
                <a:ea typeface="Calibri"/>
                <a:cs typeface="Calibri"/>
                <a:sym typeface="Calibri"/>
              </a:rPr>
              <a:t>Enhancing Organization Transaction Reports: Introducing Transaction Methods, Filters, and Export Functionality</a:t>
            </a:r>
            <a:endParaRPr b="1" sz="2850">
              <a:latin typeface="Calibri"/>
              <a:ea typeface="Calibri"/>
              <a:cs typeface="Calibri"/>
              <a:sym typeface="Calibri"/>
            </a:endParaRPr>
          </a:p>
          <a:p>
            <a:pPr indent="-34194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550">
                <a:latin typeface="Calibri"/>
                <a:ea typeface="Calibri"/>
                <a:cs typeface="Calibri"/>
                <a:sym typeface="Calibri"/>
              </a:rPr>
              <a:t>Record every transaction submitted to Hub along with their respective Method(s) -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Partially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2550">
              <a:latin typeface="Calibri"/>
              <a:ea typeface="Calibri"/>
              <a:cs typeface="Calibri"/>
              <a:sym typeface="Calibri"/>
            </a:endParaRPr>
          </a:p>
          <a:p>
            <a:pPr indent="-34194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550">
                <a:latin typeface="Calibri"/>
                <a:ea typeface="Calibri"/>
                <a:cs typeface="Calibri"/>
                <a:sym typeface="Calibri"/>
              </a:rPr>
              <a:t>Log all blockchain transactions conducted on Inveniam in the Hub transaction reports -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Partially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2550">
              <a:latin typeface="Calibri"/>
              <a:ea typeface="Calibri"/>
              <a:cs typeface="Calibri"/>
              <a:sym typeface="Calibri"/>
            </a:endParaRPr>
          </a:p>
          <a:p>
            <a:pPr indent="-34194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550">
                <a:latin typeface="Calibri"/>
                <a:ea typeface="Calibri"/>
                <a:cs typeface="Calibri"/>
                <a:sym typeface="Calibri"/>
              </a:rPr>
              <a:t>Add Transaction Method Column on Organization Transaction Report -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 sz="2550">
              <a:latin typeface="Calibri"/>
              <a:ea typeface="Calibri"/>
              <a:cs typeface="Calibri"/>
              <a:sym typeface="Calibri"/>
            </a:endParaRPr>
          </a:p>
          <a:p>
            <a:pPr indent="-34194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2550">
                <a:latin typeface="Calibri"/>
                <a:ea typeface="Calibri"/>
                <a:cs typeface="Calibri"/>
                <a:sym typeface="Calibri"/>
              </a:rPr>
              <a:t>Filter Organization Transaction Report using Transaction Methods -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 sz="2550">
              <a:latin typeface="Calibri"/>
              <a:ea typeface="Calibri"/>
              <a:cs typeface="Calibri"/>
              <a:sym typeface="Calibri"/>
            </a:endParaRPr>
          </a:p>
          <a:p>
            <a:pPr indent="-34194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-US" sz="2550">
                <a:latin typeface="Calibri"/>
                <a:ea typeface="Calibri"/>
                <a:cs typeface="Calibri"/>
                <a:sym typeface="Calibri"/>
              </a:rPr>
              <a:t>[INV]Disconnect Ledger if No Documents Synced Yet - </a:t>
            </a:r>
            <a:r>
              <a:rPr b="1" lang="en-US" sz="2550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 sz="2550">
              <a:latin typeface="Calibri"/>
              <a:ea typeface="Calibri"/>
              <a:cs typeface="Calibri"/>
              <a:sym typeface="Calibri"/>
            </a:endParaRPr>
          </a:p>
          <a:p>
            <a:pPr indent="-34194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1071"/>
              <a:buFont typeface="Calibri"/>
              <a:buChar char="●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No. Of Bug Resolved - 4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g27913e900dc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2023-05-11T07:14:00Z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6037C7F04D194443BD0BD2ACEF14218C</vt:lpwstr>
  </property>
  <property fmtid="{D5CDD505-2E9C-101B-9397-08002B2CF9AE}" pid="3" name="KSOProductBuildVer">
    <vt:lpwstr>1033-11.2.0.11537</vt:lpwstr>
  </property>
</Properties>
</file>