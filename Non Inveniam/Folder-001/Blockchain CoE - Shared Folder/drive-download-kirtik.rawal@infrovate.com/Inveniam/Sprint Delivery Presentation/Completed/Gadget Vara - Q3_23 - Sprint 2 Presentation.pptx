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49">
          <p15:clr>
            <a:srgbClr val="000000"/>
          </p15:clr>
        </p15:guide>
        <p15:guide id="2" pos="2863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jnaYKbr2TiPpTfwaBvPE50uVu9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9" orient="horz"/>
        <p:guide pos="28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60b7a7f0b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260b7a7f0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0b7a7f0bc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260b7a7f0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12843" r="0" t="0"/>
          <a:stretch/>
        </p:blipFill>
        <p:spPr>
          <a:xfrm>
            <a:off x="0" y="-66375"/>
            <a:ext cx="9143999" cy="5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2074" y="285125"/>
            <a:ext cx="3416100" cy="21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76975" y="3035200"/>
            <a:ext cx="8641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600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</a:t>
            </a:r>
            <a:r>
              <a:rPr b="1" lang="en-US" sz="2900">
                <a:solidFill>
                  <a:srgbClr val="FFFFFF"/>
                </a:solidFill>
              </a:rPr>
              <a:t>2</a:t>
            </a: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Q3 2023</a:t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76975" y="3787375"/>
            <a:ext cx="6473100" cy="4273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Gadget Vara: Kirtik Rawal (PM), Faiza Taj (PO) 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>
            <p:ph idx="1" type="body"/>
          </p:nvPr>
        </p:nvSpPr>
        <p:spPr>
          <a:xfrm>
            <a:off x="261925" y="1664950"/>
            <a:ext cx="8566200" cy="3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Integrate BASE Ledger with HUB</a:t>
            </a:r>
            <a:endParaRPr b="1" sz="20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Investigation of the BASE Blockchain and Create Confluence Page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Investigate stability of the BASE Testnet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Deploy smart contracts on BASE Testnet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Create modules to integrate BASE to Hub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Create Base Configuration Screen &amp; Import Wallet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Generate Hub Integration Keys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Email notification (Generate Hub Key)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Transaction Report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0b7a7f0bc_0_16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pic>
        <p:nvPicPr>
          <p:cNvPr id="70" name="Google Shape;70;g260b7a7f0b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g260b7a7f0bc_0_16"/>
          <p:cNvSpPr txBox="1"/>
          <p:nvPr>
            <p:ph idx="1" type="body"/>
          </p:nvPr>
        </p:nvSpPr>
        <p:spPr>
          <a:xfrm>
            <a:off x="267325" y="1652575"/>
            <a:ext cx="8566200" cy="3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48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-US" sz="2150">
                <a:latin typeface="Calibri"/>
                <a:ea typeface="Calibri"/>
                <a:cs typeface="Calibri"/>
                <a:sym typeface="Calibri"/>
              </a:rPr>
              <a:t>Integrate Inveniam with BASE Ledger via HUB</a:t>
            </a:r>
            <a:endParaRPr b="1" sz="215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Hub MS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Admin Panel - Base Hub Keys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Admin Panel &gt; DLT Credentials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Apps and Integration with BASE Ledger (Data validation and Tokenization Platforms)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Data Room Sync with BASE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Extend Multi-chain with BASE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Investigation on BASE Mainnet &amp; BASE Genesis Builder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Deploy contracts on BASE Mainnet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3432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Update Email Notifications when transactions processed to Mainnet for BASE Ledger - </a:t>
            </a:r>
            <a:r>
              <a:rPr b="1" lang="en-US" sz="1800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60b7a7f0bc_0_6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sp>
        <p:nvSpPr>
          <p:cNvPr id="77" name="Google Shape;77;g260b7a7f0bc_0_6"/>
          <p:cNvSpPr txBox="1"/>
          <p:nvPr>
            <p:ph idx="1" type="body"/>
          </p:nvPr>
        </p:nvSpPr>
        <p:spPr>
          <a:xfrm>
            <a:off x="267325" y="1793875"/>
            <a:ext cx="8566200" cy="31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Update Tokenization Platform Screen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Investigate Sepolia Testnet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Deploy smart contract (Inveniam) for Sepolia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Record every transaction submitted to Hub along with their respective Method(s)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Log all blockchain transactions conducted on Inveniam in the Hub transaction reports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Add Transaction Method Column on Organization Transaction Report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Filter Organization Transaction Report using Transaction Methods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Partially 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No. Of Bug Resolved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No. of Support Ticket Resolved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1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" name="Google Shape;78;g260b7a7f0bc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2023-05-11T07:14:00Z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6037C7F04D194443BD0BD2ACEF14218C</vt:lpwstr>
  </property>
  <property fmtid="{D5CDD505-2E9C-101B-9397-08002B2CF9AE}" pid="3" name="KSOProductBuildVer">
    <vt:lpwstr>1033-11.2.0.11537</vt:lpwstr>
  </property>
</Properties>
</file>